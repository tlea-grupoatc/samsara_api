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67" r:id="rId6"/>
    <p:sldId id="278" r:id="rId7"/>
    <p:sldId id="279" r:id="rId8"/>
    <p:sldId id="284" r:id="rId9"/>
    <p:sldId id="280" r:id="rId10"/>
    <p:sldId id="281" r:id="rId11"/>
    <p:sldId id="282" r:id="rId12"/>
    <p:sldId id="283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C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E5B21-E098-0A23-7691-B14570E3E04A}" v="390" dt="2024-02-02T15:37:14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3C0CF4-3E8B-4B31-A0B0-688BEB40E73D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</dgm:pt>
    <dgm:pt modelId="{AF385CC7-B3AE-4804-85DF-AE149BA0AC42}">
      <dgm:prSet phldrT="[Text]" custT="1"/>
      <dgm:spPr/>
      <dgm:t>
        <a:bodyPr/>
        <a:lstStyle/>
        <a:p>
          <a:r>
            <a:rPr lang="es-MX" sz="1400" dirty="0"/>
            <a:t>Tenemos una conversación donde describimos interacciones y datos de entrada y salida</a:t>
          </a:r>
        </a:p>
      </dgm:t>
    </dgm:pt>
    <dgm:pt modelId="{43D7D96E-1BC1-4992-9F80-E24F76628E8D}" type="parTrans" cxnId="{AF116679-CE83-452B-A1B2-0A09E8AB6EA9}">
      <dgm:prSet/>
      <dgm:spPr/>
      <dgm:t>
        <a:bodyPr/>
        <a:lstStyle/>
        <a:p>
          <a:endParaRPr lang="es-MX" sz="1400"/>
        </a:p>
      </dgm:t>
    </dgm:pt>
    <dgm:pt modelId="{D0E0CA13-0B08-407A-BC00-6739637BB631}" type="sibTrans" cxnId="{AF116679-CE83-452B-A1B2-0A09E8AB6EA9}">
      <dgm:prSet custT="1"/>
      <dgm:spPr/>
      <dgm:t>
        <a:bodyPr/>
        <a:lstStyle/>
        <a:p>
          <a:endParaRPr lang="es-MX" sz="1400"/>
        </a:p>
      </dgm:t>
    </dgm:pt>
    <dgm:pt modelId="{7A7CDEC5-E268-4B06-8B43-FB239AB11244}">
      <dgm:prSet phldrT="[Text]" custT="1"/>
      <dgm:spPr/>
      <dgm:t>
        <a:bodyPr/>
        <a:lstStyle/>
        <a:p>
          <a:r>
            <a:rPr lang="es-MX" sz="1400" dirty="0"/>
            <a:t>Exploramos opciones de implementación con el usuario</a:t>
          </a:r>
        </a:p>
      </dgm:t>
    </dgm:pt>
    <dgm:pt modelId="{A7E78B6C-AF09-4011-B830-BB1E59D34370}" type="parTrans" cxnId="{27EC8E35-A439-46F6-A3E9-E5B69A4EC50D}">
      <dgm:prSet/>
      <dgm:spPr/>
      <dgm:t>
        <a:bodyPr/>
        <a:lstStyle/>
        <a:p>
          <a:endParaRPr lang="es-MX" sz="1400"/>
        </a:p>
      </dgm:t>
    </dgm:pt>
    <dgm:pt modelId="{726EC488-AE91-4220-B07A-87A08A635A9D}" type="sibTrans" cxnId="{27EC8E35-A439-46F6-A3E9-E5B69A4EC50D}">
      <dgm:prSet custT="1"/>
      <dgm:spPr/>
      <dgm:t>
        <a:bodyPr/>
        <a:lstStyle/>
        <a:p>
          <a:endParaRPr lang="es-MX" sz="1400"/>
        </a:p>
      </dgm:t>
    </dgm:pt>
    <dgm:pt modelId="{DDA522D0-D596-4471-8452-53E1DDE15759}">
      <dgm:prSet phldrT="[Text]" custT="1"/>
      <dgm:spPr/>
      <dgm:t>
        <a:bodyPr/>
        <a:lstStyle/>
        <a:p>
          <a:r>
            <a:rPr lang="es-MX" sz="1400" dirty="0"/>
            <a:t>Realizamos pruebas y preparamos una propuesta</a:t>
          </a:r>
        </a:p>
      </dgm:t>
    </dgm:pt>
    <dgm:pt modelId="{D3CAE185-5C51-4D61-9E71-821BE0427F3D}" type="parTrans" cxnId="{AD739926-0E2A-450C-98D4-2A83326A0410}">
      <dgm:prSet/>
      <dgm:spPr/>
      <dgm:t>
        <a:bodyPr/>
        <a:lstStyle/>
        <a:p>
          <a:endParaRPr lang="es-MX" sz="1400"/>
        </a:p>
      </dgm:t>
    </dgm:pt>
    <dgm:pt modelId="{A82D6120-4972-4248-942D-DA9DC995B3C2}" type="sibTrans" cxnId="{AD739926-0E2A-450C-98D4-2A83326A0410}">
      <dgm:prSet custT="1"/>
      <dgm:spPr/>
      <dgm:t>
        <a:bodyPr/>
        <a:lstStyle/>
        <a:p>
          <a:endParaRPr lang="es-MX" sz="1400"/>
        </a:p>
      </dgm:t>
    </dgm:pt>
    <dgm:pt modelId="{AB6AC3AD-E8B2-438A-9BFF-EFA8452A0E9B}">
      <dgm:prSet phldrT="[Text]" custT="1"/>
      <dgm:spPr/>
      <dgm:t>
        <a:bodyPr/>
        <a:lstStyle/>
        <a:p>
          <a:r>
            <a:rPr lang="es-MX" sz="1400" dirty="0"/>
            <a:t>Presentamos la propuesta al usuario y obtenemos retroalimentación y acuerdos</a:t>
          </a:r>
        </a:p>
      </dgm:t>
    </dgm:pt>
    <dgm:pt modelId="{37A0F6AA-7510-4EF9-925A-4108A4C9A65F}" type="parTrans" cxnId="{5249783C-98DA-4AFC-8D84-AA97C5CC64C1}">
      <dgm:prSet/>
      <dgm:spPr/>
      <dgm:t>
        <a:bodyPr/>
        <a:lstStyle/>
        <a:p>
          <a:endParaRPr lang="es-MX" sz="1400"/>
        </a:p>
      </dgm:t>
    </dgm:pt>
    <dgm:pt modelId="{BF7DE450-F510-4B9A-88A9-3AE51BBDEB54}" type="sibTrans" cxnId="{5249783C-98DA-4AFC-8D84-AA97C5CC64C1}">
      <dgm:prSet custT="1"/>
      <dgm:spPr/>
      <dgm:t>
        <a:bodyPr/>
        <a:lstStyle/>
        <a:p>
          <a:endParaRPr lang="es-MX" sz="1400"/>
        </a:p>
      </dgm:t>
    </dgm:pt>
    <dgm:pt modelId="{ADDDACE1-2816-4BDF-AAED-C43AAE924191}">
      <dgm:prSet phldrT="[Text]" custT="1"/>
      <dgm:spPr/>
      <dgm:t>
        <a:bodyPr/>
        <a:lstStyle/>
        <a:p>
          <a:r>
            <a:rPr lang="es-MX" sz="1400" dirty="0"/>
            <a:t>Documentamos el requerimiento y lo integramos a la documentación del sistema</a:t>
          </a:r>
        </a:p>
      </dgm:t>
    </dgm:pt>
    <dgm:pt modelId="{03DFC204-E44F-455B-80F7-E39F354F5E33}" type="parTrans" cxnId="{4A793584-7296-4B6D-8252-F227CC1AC659}">
      <dgm:prSet/>
      <dgm:spPr/>
      <dgm:t>
        <a:bodyPr/>
        <a:lstStyle/>
        <a:p>
          <a:endParaRPr lang="es-MX" sz="1400"/>
        </a:p>
      </dgm:t>
    </dgm:pt>
    <dgm:pt modelId="{B1B76644-E925-49CB-A27E-F9D85508FB1C}" type="sibTrans" cxnId="{4A793584-7296-4B6D-8252-F227CC1AC659}">
      <dgm:prSet custT="1"/>
      <dgm:spPr/>
      <dgm:t>
        <a:bodyPr/>
        <a:lstStyle/>
        <a:p>
          <a:endParaRPr lang="es-MX" sz="1400"/>
        </a:p>
      </dgm:t>
    </dgm:pt>
    <dgm:pt modelId="{F6DBBE1B-10E4-4CDE-B980-66B0076D5EC5}">
      <dgm:prSet phldrT="[Text]" custT="1"/>
      <dgm:spPr/>
      <dgm:t>
        <a:bodyPr/>
        <a:lstStyle/>
        <a:p>
          <a:r>
            <a:rPr lang="es-MX" sz="1400" dirty="0"/>
            <a:t>Solicitamos una reunión con el cliente o usuario relevante</a:t>
          </a:r>
        </a:p>
      </dgm:t>
    </dgm:pt>
    <dgm:pt modelId="{827896BA-4BD7-4C02-B473-949D8845A1D1}" type="parTrans" cxnId="{CD54F998-E11A-4433-A5D2-2CF53F483FE7}">
      <dgm:prSet/>
      <dgm:spPr/>
      <dgm:t>
        <a:bodyPr/>
        <a:lstStyle/>
        <a:p>
          <a:endParaRPr lang="es-MX" sz="1400"/>
        </a:p>
      </dgm:t>
    </dgm:pt>
    <dgm:pt modelId="{97EEB82A-C8F9-415F-AD3D-5557252F3341}" type="sibTrans" cxnId="{CD54F998-E11A-4433-A5D2-2CF53F483FE7}">
      <dgm:prSet custT="1"/>
      <dgm:spPr/>
      <dgm:t>
        <a:bodyPr/>
        <a:lstStyle/>
        <a:p>
          <a:endParaRPr lang="es-MX" sz="1400"/>
        </a:p>
      </dgm:t>
    </dgm:pt>
    <dgm:pt modelId="{5B584B13-F6FA-48D1-817C-AA52EAF0B4BD}">
      <dgm:prSet phldrT="[Text]" custT="1"/>
      <dgm:spPr/>
      <dgm:t>
        <a:bodyPr/>
        <a:lstStyle/>
        <a:p>
          <a:r>
            <a:rPr lang="es-MX" sz="1400" dirty="0"/>
            <a:t>Enviamos una copia al usuario</a:t>
          </a:r>
        </a:p>
      </dgm:t>
    </dgm:pt>
    <dgm:pt modelId="{454B5297-A974-4DE7-A6D2-7382C38B31C8}" type="parTrans" cxnId="{80A572AE-4355-4F2B-87A4-EA10BDDE2106}">
      <dgm:prSet/>
      <dgm:spPr/>
      <dgm:t>
        <a:bodyPr/>
        <a:lstStyle/>
        <a:p>
          <a:endParaRPr lang="es-MX" sz="1400"/>
        </a:p>
      </dgm:t>
    </dgm:pt>
    <dgm:pt modelId="{C3AA8031-261F-40E4-BF91-5CDC2087CEDB}" type="sibTrans" cxnId="{80A572AE-4355-4F2B-87A4-EA10BDDE2106}">
      <dgm:prSet custT="1"/>
      <dgm:spPr/>
      <dgm:t>
        <a:bodyPr/>
        <a:lstStyle/>
        <a:p>
          <a:endParaRPr lang="es-MX" sz="1400"/>
        </a:p>
      </dgm:t>
    </dgm:pt>
    <dgm:pt modelId="{D93CD83C-E9DF-47D2-9D57-2906A90C245B}" type="pres">
      <dgm:prSet presAssocID="{2B3C0CF4-3E8B-4B31-A0B0-688BEB40E73D}" presName="diagram" presStyleCnt="0">
        <dgm:presLayoutVars>
          <dgm:dir/>
          <dgm:resizeHandles val="exact"/>
        </dgm:presLayoutVars>
      </dgm:prSet>
      <dgm:spPr/>
    </dgm:pt>
    <dgm:pt modelId="{4A3E02B7-FD06-4130-9172-A58A862C8DD1}" type="pres">
      <dgm:prSet presAssocID="{F6DBBE1B-10E4-4CDE-B980-66B0076D5EC5}" presName="node" presStyleLbl="node1" presStyleIdx="0" presStyleCnt="7">
        <dgm:presLayoutVars>
          <dgm:bulletEnabled val="1"/>
        </dgm:presLayoutVars>
      </dgm:prSet>
      <dgm:spPr/>
    </dgm:pt>
    <dgm:pt modelId="{80E56E50-E53F-45AF-8E9F-705D35D30AFB}" type="pres">
      <dgm:prSet presAssocID="{97EEB82A-C8F9-415F-AD3D-5557252F3341}" presName="sibTrans" presStyleLbl="sibTrans2D1" presStyleIdx="0" presStyleCnt="6"/>
      <dgm:spPr/>
    </dgm:pt>
    <dgm:pt modelId="{AFA064F1-47C1-461D-93DA-04594F655981}" type="pres">
      <dgm:prSet presAssocID="{97EEB82A-C8F9-415F-AD3D-5557252F3341}" presName="connectorText" presStyleLbl="sibTrans2D1" presStyleIdx="0" presStyleCnt="6"/>
      <dgm:spPr/>
    </dgm:pt>
    <dgm:pt modelId="{123CCC02-B0AE-4BEC-A5FF-A67F765C9FED}" type="pres">
      <dgm:prSet presAssocID="{AF385CC7-B3AE-4804-85DF-AE149BA0AC42}" presName="node" presStyleLbl="node1" presStyleIdx="1" presStyleCnt="7">
        <dgm:presLayoutVars>
          <dgm:bulletEnabled val="1"/>
        </dgm:presLayoutVars>
      </dgm:prSet>
      <dgm:spPr/>
    </dgm:pt>
    <dgm:pt modelId="{EE528065-11C3-42B3-A971-D0E297224ACB}" type="pres">
      <dgm:prSet presAssocID="{D0E0CA13-0B08-407A-BC00-6739637BB631}" presName="sibTrans" presStyleLbl="sibTrans2D1" presStyleIdx="1" presStyleCnt="6"/>
      <dgm:spPr/>
    </dgm:pt>
    <dgm:pt modelId="{5A619261-4490-4F37-B67A-2E28AAD56C77}" type="pres">
      <dgm:prSet presAssocID="{D0E0CA13-0B08-407A-BC00-6739637BB631}" presName="connectorText" presStyleLbl="sibTrans2D1" presStyleIdx="1" presStyleCnt="6"/>
      <dgm:spPr/>
    </dgm:pt>
    <dgm:pt modelId="{6E791FA4-8D02-4458-847D-9A5ED716FFA1}" type="pres">
      <dgm:prSet presAssocID="{7A7CDEC5-E268-4B06-8B43-FB239AB11244}" presName="node" presStyleLbl="node1" presStyleIdx="2" presStyleCnt="7">
        <dgm:presLayoutVars>
          <dgm:bulletEnabled val="1"/>
        </dgm:presLayoutVars>
      </dgm:prSet>
      <dgm:spPr/>
    </dgm:pt>
    <dgm:pt modelId="{8602CC58-7576-409F-AD34-581104778E24}" type="pres">
      <dgm:prSet presAssocID="{726EC488-AE91-4220-B07A-87A08A635A9D}" presName="sibTrans" presStyleLbl="sibTrans2D1" presStyleIdx="2" presStyleCnt="6"/>
      <dgm:spPr/>
    </dgm:pt>
    <dgm:pt modelId="{A7BFD10D-22AE-4A69-9346-7C023D8FDF7D}" type="pres">
      <dgm:prSet presAssocID="{726EC488-AE91-4220-B07A-87A08A635A9D}" presName="connectorText" presStyleLbl="sibTrans2D1" presStyleIdx="2" presStyleCnt="6"/>
      <dgm:spPr/>
    </dgm:pt>
    <dgm:pt modelId="{6BCD2F99-48E7-4B50-A6F2-8FEE5F8C1912}" type="pres">
      <dgm:prSet presAssocID="{DDA522D0-D596-4471-8452-53E1DDE15759}" presName="node" presStyleLbl="node1" presStyleIdx="3" presStyleCnt="7">
        <dgm:presLayoutVars>
          <dgm:bulletEnabled val="1"/>
        </dgm:presLayoutVars>
      </dgm:prSet>
      <dgm:spPr/>
    </dgm:pt>
    <dgm:pt modelId="{65ABB6C9-42FD-4BBF-ACE2-588DDE43F1C2}" type="pres">
      <dgm:prSet presAssocID="{A82D6120-4972-4248-942D-DA9DC995B3C2}" presName="sibTrans" presStyleLbl="sibTrans2D1" presStyleIdx="3" presStyleCnt="6"/>
      <dgm:spPr/>
    </dgm:pt>
    <dgm:pt modelId="{DCFFDA2A-6153-4152-A7DD-13C34A30DEC8}" type="pres">
      <dgm:prSet presAssocID="{A82D6120-4972-4248-942D-DA9DC995B3C2}" presName="connectorText" presStyleLbl="sibTrans2D1" presStyleIdx="3" presStyleCnt="6"/>
      <dgm:spPr/>
    </dgm:pt>
    <dgm:pt modelId="{E36338D8-54DA-4CEF-AD97-AB52716C6BE1}" type="pres">
      <dgm:prSet presAssocID="{AB6AC3AD-E8B2-438A-9BFF-EFA8452A0E9B}" presName="node" presStyleLbl="node1" presStyleIdx="4" presStyleCnt="7">
        <dgm:presLayoutVars>
          <dgm:bulletEnabled val="1"/>
        </dgm:presLayoutVars>
      </dgm:prSet>
      <dgm:spPr/>
    </dgm:pt>
    <dgm:pt modelId="{E27F6D78-8662-4D45-B1EB-A87EFD73831D}" type="pres">
      <dgm:prSet presAssocID="{BF7DE450-F510-4B9A-88A9-3AE51BBDEB54}" presName="sibTrans" presStyleLbl="sibTrans2D1" presStyleIdx="4" presStyleCnt="6"/>
      <dgm:spPr/>
    </dgm:pt>
    <dgm:pt modelId="{5068EDFC-6C7F-4D9E-8148-06F0E56CBD34}" type="pres">
      <dgm:prSet presAssocID="{BF7DE450-F510-4B9A-88A9-3AE51BBDEB54}" presName="connectorText" presStyleLbl="sibTrans2D1" presStyleIdx="4" presStyleCnt="6"/>
      <dgm:spPr/>
    </dgm:pt>
    <dgm:pt modelId="{C5B8C634-5F60-4194-B460-473E3A6DCBC5}" type="pres">
      <dgm:prSet presAssocID="{ADDDACE1-2816-4BDF-AAED-C43AAE924191}" presName="node" presStyleLbl="node1" presStyleIdx="5" presStyleCnt="7">
        <dgm:presLayoutVars>
          <dgm:bulletEnabled val="1"/>
        </dgm:presLayoutVars>
      </dgm:prSet>
      <dgm:spPr/>
    </dgm:pt>
    <dgm:pt modelId="{0D967540-15C5-4664-AF4C-106C609DE0D9}" type="pres">
      <dgm:prSet presAssocID="{B1B76644-E925-49CB-A27E-F9D85508FB1C}" presName="sibTrans" presStyleLbl="sibTrans2D1" presStyleIdx="5" presStyleCnt="6"/>
      <dgm:spPr/>
    </dgm:pt>
    <dgm:pt modelId="{B064061F-DF6E-41A5-9C03-1B5EED948B71}" type="pres">
      <dgm:prSet presAssocID="{B1B76644-E925-49CB-A27E-F9D85508FB1C}" presName="connectorText" presStyleLbl="sibTrans2D1" presStyleIdx="5" presStyleCnt="6"/>
      <dgm:spPr/>
    </dgm:pt>
    <dgm:pt modelId="{DC905A41-ADF6-44E2-9990-4D98F40A304C}" type="pres">
      <dgm:prSet presAssocID="{5B584B13-F6FA-48D1-817C-AA52EAF0B4BD}" presName="node" presStyleLbl="node1" presStyleIdx="6" presStyleCnt="7">
        <dgm:presLayoutVars>
          <dgm:bulletEnabled val="1"/>
        </dgm:presLayoutVars>
      </dgm:prSet>
      <dgm:spPr/>
    </dgm:pt>
  </dgm:ptLst>
  <dgm:cxnLst>
    <dgm:cxn modelId="{CA20D808-F151-4602-B0C1-834AC9A670DB}" type="presOf" srcId="{D0E0CA13-0B08-407A-BC00-6739637BB631}" destId="{5A619261-4490-4F37-B67A-2E28AAD56C77}" srcOrd="1" destOrd="0" presId="urn:microsoft.com/office/officeart/2005/8/layout/process5"/>
    <dgm:cxn modelId="{3023860D-C279-4538-A313-9EDBB71C1FAB}" type="presOf" srcId="{BF7DE450-F510-4B9A-88A9-3AE51BBDEB54}" destId="{E27F6D78-8662-4D45-B1EB-A87EFD73831D}" srcOrd="0" destOrd="0" presId="urn:microsoft.com/office/officeart/2005/8/layout/process5"/>
    <dgm:cxn modelId="{F104E616-D6F9-44CC-9042-78611E7E5904}" type="presOf" srcId="{AB6AC3AD-E8B2-438A-9BFF-EFA8452A0E9B}" destId="{E36338D8-54DA-4CEF-AD97-AB52716C6BE1}" srcOrd="0" destOrd="0" presId="urn:microsoft.com/office/officeart/2005/8/layout/process5"/>
    <dgm:cxn modelId="{47AF2725-A681-45D7-ABF9-B238FBDC8EFB}" type="presOf" srcId="{B1B76644-E925-49CB-A27E-F9D85508FB1C}" destId="{B064061F-DF6E-41A5-9C03-1B5EED948B71}" srcOrd="1" destOrd="0" presId="urn:microsoft.com/office/officeart/2005/8/layout/process5"/>
    <dgm:cxn modelId="{AD739926-0E2A-450C-98D4-2A83326A0410}" srcId="{2B3C0CF4-3E8B-4B31-A0B0-688BEB40E73D}" destId="{DDA522D0-D596-4471-8452-53E1DDE15759}" srcOrd="3" destOrd="0" parTransId="{D3CAE185-5C51-4D61-9E71-821BE0427F3D}" sibTransId="{A82D6120-4972-4248-942D-DA9DC995B3C2}"/>
    <dgm:cxn modelId="{27EC8E35-A439-46F6-A3E9-E5B69A4EC50D}" srcId="{2B3C0CF4-3E8B-4B31-A0B0-688BEB40E73D}" destId="{7A7CDEC5-E268-4B06-8B43-FB239AB11244}" srcOrd="2" destOrd="0" parTransId="{A7E78B6C-AF09-4011-B830-BB1E59D34370}" sibTransId="{726EC488-AE91-4220-B07A-87A08A635A9D}"/>
    <dgm:cxn modelId="{5249783C-98DA-4AFC-8D84-AA97C5CC64C1}" srcId="{2B3C0CF4-3E8B-4B31-A0B0-688BEB40E73D}" destId="{AB6AC3AD-E8B2-438A-9BFF-EFA8452A0E9B}" srcOrd="4" destOrd="0" parTransId="{37A0F6AA-7510-4EF9-925A-4108A4C9A65F}" sibTransId="{BF7DE450-F510-4B9A-88A9-3AE51BBDEB54}"/>
    <dgm:cxn modelId="{79983E61-E468-4492-A6EC-DEDCFD975581}" type="presOf" srcId="{2B3C0CF4-3E8B-4B31-A0B0-688BEB40E73D}" destId="{D93CD83C-E9DF-47D2-9D57-2906A90C245B}" srcOrd="0" destOrd="0" presId="urn:microsoft.com/office/officeart/2005/8/layout/process5"/>
    <dgm:cxn modelId="{6E129861-BFAF-4FAD-84E6-53C466E5393D}" type="presOf" srcId="{F6DBBE1B-10E4-4CDE-B980-66B0076D5EC5}" destId="{4A3E02B7-FD06-4130-9172-A58A862C8DD1}" srcOrd="0" destOrd="0" presId="urn:microsoft.com/office/officeart/2005/8/layout/process5"/>
    <dgm:cxn modelId="{CA274D42-D750-4A02-B1A7-95196996F067}" type="presOf" srcId="{BF7DE450-F510-4B9A-88A9-3AE51BBDEB54}" destId="{5068EDFC-6C7F-4D9E-8148-06F0E56CBD34}" srcOrd="1" destOrd="0" presId="urn:microsoft.com/office/officeart/2005/8/layout/process5"/>
    <dgm:cxn modelId="{5C17BB69-18C0-4543-A7DE-C8BD87A83C2F}" type="presOf" srcId="{97EEB82A-C8F9-415F-AD3D-5557252F3341}" destId="{AFA064F1-47C1-461D-93DA-04594F655981}" srcOrd="1" destOrd="0" presId="urn:microsoft.com/office/officeart/2005/8/layout/process5"/>
    <dgm:cxn modelId="{53EF1F6C-FC97-4471-9852-5FB462BC45C8}" type="presOf" srcId="{DDA522D0-D596-4471-8452-53E1DDE15759}" destId="{6BCD2F99-48E7-4B50-A6F2-8FEE5F8C1912}" srcOrd="0" destOrd="0" presId="urn:microsoft.com/office/officeart/2005/8/layout/process5"/>
    <dgm:cxn modelId="{848EC576-C867-4F00-9CEB-4343958621AF}" type="presOf" srcId="{7A7CDEC5-E268-4B06-8B43-FB239AB11244}" destId="{6E791FA4-8D02-4458-847D-9A5ED716FFA1}" srcOrd="0" destOrd="0" presId="urn:microsoft.com/office/officeart/2005/8/layout/process5"/>
    <dgm:cxn modelId="{AF116679-CE83-452B-A1B2-0A09E8AB6EA9}" srcId="{2B3C0CF4-3E8B-4B31-A0B0-688BEB40E73D}" destId="{AF385CC7-B3AE-4804-85DF-AE149BA0AC42}" srcOrd="1" destOrd="0" parTransId="{43D7D96E-1BC1-4992-9F80-E24F76628E8D}" sibTransId="{D0E0CA13-0B08-407A-BC00-6739637BB631}"/>
    <dgm:cxn modelId="{58A5D282-19CE-4C40-9336-3A7BA1F74044}" type="presOf" srcId="{726EC488-AE91-4220-B07A-87A08A635A9D}" destId="{A7BFD10D-22AE-4A69-9346-7C023D8FDF7D}" srcOrd="1" destOrd="0" presId="urn:microsoft.com/office/officeart/2005/8/layout/process5"/>
    <dgm:cxn modelId="{4A793584-7296-4B6D-8252-F227CC1AC659}" srcId="{2B3C0CF4-3E8B-4B31-A0B0-688BEB40E73D}" destId="{ADDDACE1-2816-4BDF-AAED-C43AAE924191}" srcOrd="5" destOrd="0" parTransId="{03DFC204-E44F-455B-80F7-E39F354F5E33}" sibTransId="{B1B76644-E925-49CB-A27E-F9D85508FB1C}"/>
    <dgm:cxn modelId="{A39D1B8B-F3BB-40E8-8512-EA2D638DE68D}" type="presOf" srcId="{5B584B13-F6FA-48D1-817C-AA52EAF0B4BD}" destId="{DC905A41-ADF6-44E2-9990-4D98F40A304C}" srcOrd="0" destOrd="0" presId="urn:microsoft.com/office/officeart/2005/8/layout/process5"/>
    <dgm:cxn modelId="{CD54F998-E11A-4433-A5D2-2CF53F483FE7}" srcId="{2B3C0CF4-3E8B-4B31-A0B0-688BEB40E73D}" destId="{F6DBBE1B-10E4-4CDE-B980-66B0076D5EC5}" srcOrd="0" destOrd="0" parTransId="{827896BA-4BD7-4C02-B473-949D8845A1D1}" sibTransId="{97EEB82A-C8F9-415F-AD3D-5557252F3341}"/>
    <dgm:cxn modelId="{B38617A6-B270-4923-814E-23A2C23BF334}" type="presOf" srcId="{A82D6120-4972-4248-942D-DA9DC995B3C2}" destId="{DCFFDA2A-6153-4152-A7DD-13C34A30DEC8}" srcOrd="1" destOrd="0" presId="urn:microsoft.com/office/officeart/2005/8/layout/process5"/>
    <dgm:cxn modelId="{80A572AE-4355-4F2B-87A4-EA10BDDE2106}" srcId="{2B3C0CF4-3E8B-4B31-A0B0-688BEB40E73D}" destId="{5B584B13-F6FA-48D1-817C-AA52EAF0B4BD}" srcOrd="6" destOrd="0" parTransId="{454B5297-A974-4DE7-A6D2-7382C38B31C8}" sibTransId="{C3AA8031-261F-40E4-BF91-5CDC2087CEDB}"/>
    <dgm:cxn modelId="{F78D01D4-B8DA-4E54-BC89-9E9407C0C43D}" type="presOf" srcId="{AF385CC7-B3AE-4804-85DF-AE149BA0AC42}" destId="{123CCC02-B0AE-4BEC-A5FF-A67F765C9FED}" srcOrd="0" destOrd="0" presId="urn:microsoft.com/office/officeart/2005/8/layout/process5"/>
    <dgm:cxn modelId="{B8F326DD-9489-4EA6-89CA-135C84EDCEA6}" type="presOf" srcId="{726EC488-AE91-4220-B07A-87A08A635A9D}" destId="{8602CC58-7576-409F-AD34-581104778E24}" srcOrd="0" destOrd="0" presId="urn:microsoft.com/office/officeart/2005/8/layout/process5"/>
    <dgm:cxn modelId="{B6E827DD-615F-4F89-A564-3D43A183556C}" type="presOf" srcId="{B1B76644-E925-49CB-A27E-F9D85508FB1C}" destId="{0D967540-15C5-4664-AF4C-106C609DE0D9}" srcOrd="0" destOrd="0" presId="urn:microsoft.com/office/officeart/2005/8/layout/process5"/>
    <dgm:cxn modelId="{B31528EC-CD33-4CDF-813F-7829897AA570}" type="presOf" srcId="{ADDDACE1-2816-4BDF-AAED-C43AAE924191}" destId="{C5B8C634-5F60-4194-B460-473E3A6DCBC5}" srcOrd="0" destOrd="0" presId="urn:microsoft.com/office/officeart/2005/8/layout/process5"/>
    <dgm:cxn modelId="{35B2AAEF-365C-4361-B36B-6F51AAD48F1D}" type="presOf" srcId="{A82D6120-4972-4248-942D-DA9DC995B3C2}" destId="{65ABB6C9-42FD-4BBF-ACE2-588DDE43F1C2}" srcOrd="0" destOrd="0" presId="urn:microsoft.com/office/officeart/2005/8/layout/process5"/>
    <dgm:cxn modelId="{90A48BF0-6305-4085-B1D0-7FF38FD99667}" type="presOf" srcId="{97EEB82A-C8F9-415F-AD3D-5557252F3341}" destId="{80E56E50-E53F-45AF-8E9F-705D35D30AFB}" srcOrd="0" destOrd="0" presId="urn:microsoft.com/office/officeart/2005/8/layout/process5"/>
    <dgm:cxn modelId="{8E1054FA-DBFC-43F6-AD02-34125A44E881}" type="presOf" srcId="{D0E0CA13-0B08-407A-BC00-6739637BB631}" destId="{EE528065-11C3-42B3-A971-D0E297224ACB}" srcOrd="0" destOrd="0" presId="urn:microsoft.com/office/officeart/2005/8/layout/process5"/>
    <dgm:cxn modelId="{B2C0D875-1F43-47E6-A300-B0E2D5051BEA}" type="presParOf" srcId="{D93CD83C-E9DF-47D2-9D57-2906A90C245B}" destId="{4A3E02B7-FD06-4130-9172-A58A862C8DD1}" srcOrd="0" destOrd="0" presId="urn:microsoft.com/office/officeart/2005/8/layout/process5"/>
    <dgm:cxn modelId="{DEE4B1CD-DA96-473C-BF7F-5CF498FB3AAD}" type="presParOf" srcId="{D93CD83C-E9DF-47D2-9D57-2906A90C245B}" destId="{80E56E50-E53F-45AF-8E9F-705D35D30AFB}" srcOrd="1" destOrd="0" presId="urn:microsoft.com/office/officeart/2005/8/layout/process5"/>
    <dgm:cxn modelId="{94CC1C40-175A-4842-B019-AC7C041B5793}" type="presParOf" srcId="{80E56E50-E53F-45AF-8E9F-705D35D30AFB}" destId="{AFA064F1-47C1-461D-93DA-04594F655981}" srcOrd="0" destOrd="0" presId="urn:microsoft.com/office/officeart/2005/8/layout/process5"/>
    <dgm:cxn modelId="{BB8B2820-0E1A-4B31-9FF8-BB421A96BA47}" type="presParOf" srcId="{D93CD83C-E9DF-47D2-9D57-2906A90C245B}" destId="{123CCC02-B0AE-4BEC-A5FF-A67F765C9FED}" srcOrd="2" destOrd="0" presId="urn:microsoft.com/office/officeart/2005/8/layout/process5"/>
    <dgm:cxn modelId="{EC047CE9-6FD6-4932-8625-3DCEA8A65153}" type="presParOf" srcId="{D93CD83C-E9DF-47D2-9D57-2906A90C245B}" destId="{EE528065-11C3-42B3-A971-D0E297224ACB}" srcOrd="3" destOrd="0" presId="urn:microsoft.com/office/officeart/2005/8/layout/process5"/>
    <dgm:cxn modelId="{979A80A0-A860-458F-AFE0-216748615A16}" type="presParOf" srcId="{EE528065-11C3-42B3-A971-D0E297224ACB}" destId="{5A619261-4490-4F37-B67A-2E28AAD56C77}" srcOrd="0" destOrd="0" presId="urn:microsoft.com/office/officeart/2005/8/layout/process5"/>
    <dgm:cxn modelId="{8E423869-E1BC-4B0A-B079-F50DD919181F}" type="presParOf" srcId="{D93CD83C-E9DF-47D2-9D57-2906A90C245B}" destId="{6E791FA4-8D02-4458-847D-9A5ED716FFA1}" srcOrd="4" destOrd="0" presId="urn:microsoft.com/office/officeart/2005/8/layout/process5"/>
    <dgm:cxn modelId="{5BF0F200-E47E-4FFB-B90F-61CC61C16F57}" type="presParOf" srcId="{D93CD83C-E9DF-47D2-9D57-2906A90C245B}" destId="{8602CC58-7576-409F-AD34-581104778E24}" srcOrd="5" destOrd="0" presId="urn:microsoft.com/office/officeart/2005/8/layout/process5"/>
    <dgm:cxn modelId="{DF65E5BE-B98F-4DFF-A887-63B67A25BC74}" type="presParOf" srcId="{8602CC58-7576-409F-AD34-581104778E24}" destId="{A7BFD10D-22AE-4A69-9346-7C023D8FDF7D}" srcOrd="0" destOrd="0" presId="urn:microsoft.com/office/officeart/2005/8/layout/process5"/>
    <dgm:cxn modelId="{DE6E28E2-B956-43A0-BD95-455237645637}" type="presParOf" srcId="{D93CD83C-E9DF-47D2-9D57-2906A90C245B}" destId="{6BCD2F99-48E7-4B50-A6F2-8FEE5F8C1912}" srcOrd="6" destOrd="0" presId="urn:microsoft.com/office/officeart/2005/8/layout/process5"/>
    <dgm:cxn modelId="{F9DE415A-E561-4E3D-9757-4BBABE4FAE1A}" type="presParOf" srcId="{D93CD83C-E9DF-47D2-9D57-2906A90C245B}" destId="{65ABB6C9-42FD-4BBF-ACE2-588DDE43F1C2}" srcOrd="7" destOrd="0" presId="urn:microsoft.com/office/officeart/2005/8/layout/process5"/>
    <dgm:cxn modelId="{48DF1B69-3F4D-413B-97ED-193A83B5292A}" type="presParOf" srcId="{65ABB6C9-42FD-4BBF-ACE2-588DDE43F1C2}" destId="{DCFFDA2A-6153-4152-A7DD-13C34A30DEC8}" srcOrd="0" destOrd="0" presId="urn:microsoft.com/office/officeart/2005/8/layout/process5"/>
    <dgm:cxn modelId="{37170946-BE6C-400C-B0BE-A1562B2B907A}" type="presParOf" srcId="{D93CD83C-E9DF-47D2-9D57-2906A90C245B}" destId="{E36338D8-54DA-4CEF-AD97-AB52716C6BE1}" srcOrd="8" destOrd="0" presId="urn:microsoft.com/office/officeart/2005/8/layout/process5"/>
    <dgm:cxn modelId="{FC307E0E-61B1-4560-8F65-B0E900A8DAB9}" type="presParOf" srcId="{D93CD83C-E9DF-47D2-9D57-2906A90C245B}" destId="{E27F6D78-8662-4D45-B1EB-A87EFD73831D}" srcOrd="9" destOrd="0" presId="urn:microsoft.com/office/officeart/2005/8/layout/process5"/>
    <dgm:cxn modelId="{BAD56B27-35AD-4692-945B-4C1CEF684CCC}" type="presParOf" srcId="{E27F6D78-8662-4D45-B1EB-A87EFD73831D}" destId="{5068EDFC-6C7F-4D9E-8148-06F0E56CBD34}" srcOrd="0" destOrd="0" presId="urn:microsoft.com/office/officeart/2005/8/layout/process5"/>
    <dgm:cxn modelId="{155E9EF7-BD0A-43F9-A574-18F6A07321B1}" type="presParOf" srcId="{D93CD83C-E9DF-47D2-9D57-2906A90C245B}" destId="{C5B8C634-5F60-4194-B460-473E3A6DCBC5}" srcOrd="10" destOrd="0" presId="urn:microsoft.com/office/officeart/2005/8/layout/process5"/>
    <dgm:cxn modelId="{4E3C875D-202E-41A4-ADB9-29BA82671186}" type="presParOf" srcId="{D93CD83C-E9DF-47D2-9D57-2906A90C245B}" destId="{0D967540-15C5-4664-AF4C-106C609DE0D9}" srcOrd="11" destOrd="0" presId="urn:microsoft.com/office/officeart/2005/8/layout/process5"/>
    <dgm:cxn modelId="{12301B8B-FBF7-4BC9-A217-4607D7AF7D04}" type="presParOf" srcId="{0D967540-15C5-4664-AF4C-106C609DE0D9}" destId="{B064061F-DF6E-41A5-9C03-1B5EED948B71}" srcOrd="0" destOrd="0" presId="urn:microsoft.com/office/officeart/2005/8/layout/process5"/>
    <dgm:cxn modelId="{3BDD017B-E065-4F16-A733-8AA34B526FB0}" type="presParOf" srcId="{D93CD83C-E9DF-47D2-9D57-2906A90C245B}" destId="{DC905A41-ADF6-44E2-9990-4D98F40A304C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3C0CF4-3E8B-4B31-A0B0-688BEB40E73D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</dgm:pt>
    <dgm:pt modelId="{AF385CC7-B3AE-4804-85DF-AE149BA0AC42}">
      <dgm:prSet phldrT="[Text]" custT="1"/>
      <dgm:spPr/>
      <dgm:t>
        <a:bodyPr/>
        <a:lstStyle/>
        <a:p>
          <a:r>
            <a:rPr lang="es-MX" sz="1600" dirty="0"/>
            <a:t>Localizamos la sección a actualizar o generamos una nueva sección, según sea necesario</a:t>
          </a:r>
        </a:p>
      </dgm:t>
    </dgm:pt>
    <dgm:pt modelId="{43D7D96E-1BC1-4992-9F80-E24F76628E8D}" type="parTrans" cxnId="{AF116679-CE83-452B-A1B2-0A09E8AB6EA9}">
      <dgm:prSet/>
      <dgm:spPr/>
      <dgm:t>
        <a:bodyPr/>
        <a:lstStyle/>
        <a:p>
          <a:endParaRPr lang="es-MX" sz="1600"/>
        </a:p>
      </dgm:t>
    </dgm:pt>
    <dgm:pt modelId="{D0E0CA13-0B08-407A-BC00-6739637BB631}" type="sibTrans" cxnId="{AF116679-CE83-452B-A1B2-0A09E8AB6EA9}">
      <dgm:prSet custT="1"/>
      <dgm:spPr/>
      <dgm:t>
        <a:bodyPr/>
        <a:lstStyle/>
        <a:p>
          <a:endParaRPr lang="es-MX" sz="1600"/>
        </a:p>
      </dgm:t>
    </dgm:pt>
    <dgm:pt modelId="{7A7CDEC5-E268-4B06-8B43-FB239AB11244}">
      <dgm:prSet phldrT="[Text]" custT="1"/>
      <dgm:spPr/>
      <dgm:t>
        <a:bodyPr/>
        <a:lstStyle/>
        <a:p>
          <a:r>
            <a:rPr lang="es-MX" sz="1600" dirty="0"/>
            <a:t>Redactamos el tema, utilizando un lenguaje práctico, incluyendo términos usados en la empresa.</a:t>
          </a:r>
        </a:p>
      </dgm:t>
    </dgm:pt>
    <dgm:pt modelId="{A7E78B6C-AF09-4011-B830-BB1E59D34370}" type="parTrans" cxnId="{27EC8E35-A439-46F6-A3E9-E5B69A4EC50D}">
      <dgm:prSet/>
      <dgm:spPr/>
      <dgm:t>
        <a:bodyPr/>
        <a:lstStyle/>
        <a:p>
          <a:endParaRPr lang="es-MX" sz="1600"/>
        </a:p>
      </dgm:t>
    </dgm:pt>
    <dgm:pt modelId="{726EC488-AE91-4220-B07A-87A08A635A9D}" type="sibTrans" cxnId="{27EC8E35-A439-46F6-A3E9-E5B69A4EC50D}">
      <dgm:prSet custT="1"/>
      <dgm:spPr/>
      <dgm:t>
        <a:bodyPr/>
        <a:lstStyle/>
        <a:p>
          <a:endParaRPr lang="es-MX" sz="1600"/>
        </a:p>
      </dgm:t>
    </dgm:pt>
    <dgm:pt modelId="{DDA522D0-D596-4471-8452-53E1DDE15759}">
      <dgm:prSet phldrT="[Text]" custT="1"/>
      <dgm:spPr/>
      <dgm:t>
        <a:bodyPr/>
        <a:lstStyle/>
        <a:p>
          <a:r>
            <a:rPr lang="es-MX" sz="1600" dirty="0"/>
            <a:t>Incluimos diagramas, tablas e imágenes</a:t>
          </a:r>
        </a:p>
      </dgm:t>
    </dgm:pt>
    <dgm:pt modelId="{D3CAE185-5C51-4D61-9E71-821BE0427F3D}" type="parTrans" cxnId="{AD739926-0E2A-450C-98D4-2A83326A0410}">
      <dgm:prSet/>
      <dgm:spPr/>
      <dgm:t>
        <a:bodyPr/>
        <a:lstStyle/>
        <a:p>
          <a:endParaRPr lang="es-MX" sz="1600"/>
        </a:p>
      </dgm:t>
    </dgm:pt>
    <dgm:pt modelId="{A82D6120-4972-4248-942D-DA9DC995B3C2}" type="sibTrans" cxnId="{AD739926-0E2A-450C-98D4-2A83326A0410}">
      <dgm:prSet custT="1"/>
      <dgm:spPr/>
      <dgm:t>
        <a:bodyPr/>
        <a:lstStyle/>
        <a:p>
          <a:endParaRPr lang="es-MX" sz="1600"/>
        </a:p>
      </dgm:t>
    </dgm:pt>
    <dgm:pt modelId="{AB6AC3AD-E8B2-438A-9BFF-EFA8452A0E9B}">
      <dgm:prSet phldrT="[Text]" custT="1"/>
      <dgm:spPr/>
      <dgm:t>
        <a:bodyPr/>
        <a:lstStyle/>
        <a:p>
          <a:r>
            <a:rPr lang="es-MX" sz="1600" dirty="0"/>
            <a:t>Actualizamos el historial de modificaciones del documento indicando fecha y usuario que realiza la actualización</a:t>
          </a:r>
        </a:p>
      </dgm:t>
    </dgm:pt>
    <dgm:pt modelId="{37A0F6AA-7510-4EF9-925A-4108A4C9A65F}" type="parTrans" cxnId="{5249783C-98DA-4AFC-8D84-AA97C5CC64C1}">
      <dgm:prSet/>
      <dgm:spPr/>
      <dgm:t>
        <a:bodyPr/>
        <a:lstStyle/>
        <a:p>
          <a:endParaRPr lang="es-MX" sz="1600"/>
        </a:p>
      </dgm:t>
    </dgm:pt>
    <dgm:pt modelId="{BF7DE450-F510-4B9A-88A9-3AE51BBDEB54}" type="sibTrans" cxnId="{5249783C-98DA-4AFC-8D84-AA97C5CC64C1}">
      <dgm:prSet custT="1"/>
      <dgm:spPr/>
      <dgm:t>
        <a:bodyPr/>
        <a:lstStyle/>
        <a:p>
          <a:endParaRPr lang="es-MX" sz="1600"/>
        </a:p>
      </dgm:t>
    </dgm:pt>
    <dgm:pt modelId="{F6DBBE1B-10E4-4CDE-B980-66B0076D5EC5}">
      <dgm:prSet phldrT="[Text]" custT="1"/>
      <dgm:spPr/>
      <dgm:t>
        <a:bodyPr/>
        <a:lstStyle/>
        <a:p>
          <a:r>
            <a:rPr lang="es-MX" sz="1600" dirty="0"/>
            <a:t>Ingresamos a la plataforma en donde reside la documentación </a:t>
          </a:r>
        </a:p>
      </dgm:t>
    </dgm:pt>
    <dgm:pt modelId="{827896BA-4BD7-4C02-B473-949D8845A1D1}" type="parTrans" cxnId="{CD54F998-E11A-4433-A5D2-2CF53F483FE7}">
      <dgm:prSet/>
      <dgm:spPr/>
      <dgm:t>
        <a:bodyPr/>
        <a:lstStyle/>
        <a:p>
          <a:endParaRPr lang="es-MX" sz="1600"/>
        </a:p>
      </dgm:t>
    </dgm:pt>
    <dgm:pt modelId="{97EEB82A-C8F9-415F-AD3D-5557252F3341}" type="sibTrans" cxnId="{CD54F998-E11A-4433-A5D2-2CF53F483FE7}">
      <dgm:prSet custT="1"/>
      <dgm:spPr/>
      <dgm:t>
        <a:bodyPr/>
        <a:lstStyle/>
        <a:p>
          <a:endParaRPr lang="es-MX" sz="1600"/>
        </a:p>
      </dgm:t>
    </dgm:pt>
    <dgm:pt modelId="{D93CD83C-E9DF-47D2-9D57-2906A90C245B}" type="pres">
      <dgm:prSet presAssocID="{2B3C0CF4-3E8B-4B31-A0B0-688BEB40E73D}" presName="diagram" presStyleCnt="0">
        <dgm:presLayoutVars>
          <dgm:dir/>
          <dgm:resizeHandles val="exact"/>
        </dgm:presLayoutVars>
      </dgm:prSet>
      <dgm:spPr/>
    </dgm:pt>
    <dgm:pt modelId="{4A3E02B7-FD06-4130-9172-A58A862C8DD1}" type="pres">
      <dgm:prSet presAssocID="{F6DBBE1B-10E4-4CDE-B980-66B0076D5EC5}" presName="node" presStyleLbl="node1" presStyleIdx="0" presStyleCnt="5">
        <dgm:presLayoutVars>
          <dgm:bulletEnabled val="1"/>
        </dgm:presLayoutVars>
      </dgm:prSet>
      <dgm:spPr/>
    </dgm:pt>
    <dgm:pt modelId="{80E56E50-E53F-45AF-8E9F-705D35D30AFB}" type="pres">
      <dgm:prSet presAssocID="{97EEB82A-C8F9-415F-AD3D-5557252F3341}" presName="sibTrans" presStyleLbl="sibTrans2D1" presStyleIdx="0" presStyleCnt="4"/>
      <dgm:spPr/>
    </dgm:pt>
    <dgm:pt modelId="{AFA064F1-47C1-461D-93DA-04594F655981}" type="pres">
      <dgm:prSet presAssocID="{97EEB82A-C8F9-415F-AD3D-5557252F3341}" presName="connectorText" presStyleLbl="sibTrans2D1" presStyleIdx="0" presStyleCnt="4"/>
      <dgm:spPr/>
    </dgm:pt>
    <dgm:pt modelId="{123CCC02-B0AE-4BEC-A5FF-A67F765C9FED}" type="pres">
      <dgm:prSet presAssocID="{AF385CC7-B3AE-4804-85DF-AE149BA0AC42}" presName="node" presStyleLbl="node1" presStyleIdx="1" presStyleCnt="5">
        <dgm:presLayoutVars>
          <dgm:bulletEnabled val="1"/>
        </dgm:presLayoutVars>
      </dgm:prSet>
      <dgm:spPr/>
    </dgm:pt>
    <dgm:pt modelId="{EE528065-11C3-42B3-A971-D0E297224ACB}" type="pres">
      <dgm:prSet presAssocID="{D0E0CA13-0B08-407A-BC00-6739637BB631}" presName="sibTrans" presStyleLbl="sibTrans2D1" presStyleIdx="1" presStyleCnt="4"/>
      <dgm:spPr/>
    </dgm:pt>
    <dgm:pt modelId="{5A619261-4490-4F37-B67A-2E28AAD56C77}" type="pres">
      <dgm:prSet presAssocID="{D0E0CA13-0B08-407A-BC00-6739637BB631}" presName="connectorText" presStyleLbl="sibTrans2D1" presStyleIdx="1" presStyleCnt="4"/>
      <dgm:spPr/>
    </dgm:pt>
    <dgm:pt modelId="{6E791FA4-8D02-4458-847D-9A5ED716FFA1}" type="pres">
      <dgm:prSet presAssocID="{7A7CDEC5-E268-4B06-8B43-FB239AB11244}" presName="node" presStyleLbl="node1" presStyleIdx="2" presStyleCnt="5">
        <dgm:presLayoutVars>
          <dgm:bulletEnabled val="1"/>
        </dgm:presLayoutVars>
      </dgm:prSet>
      <dgm:spPr/>
    </dgm:pt>
    <dgm:pt modelId="{8602CC58-7576-409F-AD34-581104778E24}" type="pres">
      <dgm:prSet presAssocID="{726EC488-AE91-4220-B07A-87A08A635A9D}" presName="sibTrans" presStyleLbl="sibTrans2D1" presStyleIdx="2" presStyleCnt="4"/>
      <dgm:spPr/>
    </dgm:pt>
    <dgm:pt modelId="{A7BFD10D-22AE-4A69-9346-7C023D8FDF7D}" type="pres">
      <dgm:prSet presAssocID="{726EC488-AE91-4220-B07A-87A08A635A9D}" presName="connectorText" presStyleLbl="sibTrans2D1" presStyleIdx="2" presStyleCnt="4"/>
      <dgm:spPr/>
    </dgm:pt>
    <dgm:pt modelId="{6BCD2F99-48E7-4B50-A6F2-8FEE5F8C1912}" type="pres">
      <dgm:prSet presAssocID="{DDA522D0-D596-4471-8452-53E1DDE15759}" presName="node" presStyleLbl="node1" presStyleIdx="3" presStyleCnt="5">
        <dgm:presLayoutVars>
          <dgm:bulletEnabled val="1"/>
        </dgm:presLayoutVars>
      </dgm:prSet>
      <dgm:spPr/>
    </dgm:pt>
    <dgm:pt modelId="{65ABB6C9-42FD-4BBF-ACE2-588DDE43F1C2}" type="pres">
      <dgm:prSet presAssocID="{A82D6120-4972-4248-942D-DA9DC995B3C2}" presName="sibTrans" presStyleLbl="sibTrans2D1" presStyleIdx="3" presStyleCnt="4"/>
      <dgm:spPr/>
    </dgm:pt>
    <dgm:pt modelId="{DCFFDA2A-6153-4152-A7DD-13C34A30DEC8}" type="pres">
      <dgm:prSet presAssocID="{A82D6120-4972-4248-942D-DA9DC995B3C2}" presName="connectorText" presStyleLbl="sibTrans2D1" presStyleIdx="3" presStyleCnt="4"/>
      <dgm:spPr/>
    </dgm:pt>
    <dgm:pt modelId="{E36338D8-54DA-4CEF-AD97-AB52716C6BE1}" type="pres">
      <dgm:prSet presAssocID="{AB6AC3AD-E8B2-438A-9BFF-EFA8452A0E9B}" presName="node" presStyleLbl="node1" presStyleIdx="4" presStyleCnt="5">
        <dgm:presLayoutVars>
          <dgm:bulletEnabled val="1"/>
        </dgm:presLayoutVars>
      </dgm:prSet>
      <dgm:spPr/>
    </dgm:pt>
  </dgm:ptLst>
  <dgm:cxnLst>
    <dgm:cxn modelId="{CA20D808-F151-4602-B0C1-834AC9A670DB}" type="presOf" srcId="{D0E0CA13-0B08-407A-BC00-6739637BB631}" destId="{5A619261-4490-4F37-B67A-2E28AAD56C77}" srcOrd="1" destOrd="0" presId="urn:microsoft.com/office/officeart/2005/8/layout/process5"/>
    <dgm:cxn modelId="{F104E616-D6F9-44CC-9042-78611E7E5904}" type="presOf" srcId="{AB6AC3AD-E8B2-438A-9BFF-EFA8452A0E9B}" destId="{E36338D8-54DA-4CEF-AD97-AB52716C6BE1}" srcOrd="0" destOrd="0" presId="urn:microsoft.com/office/officeart/2005/8/layout/process5"/>
    <dgm:cxn modelId="{AD739926-0E2A-450C-98D4-2A83326A0410}" srcId="{2B3C0CF4-3E8B-4B31-A0B0-688BEB40E73D}" destId="{DDA522D0-D596-4471-8452-53E1DDE15759}" srcOrd="3" destOrd="0" parTransId="{D3CAE185-5C51-4D61-9E71-821BE0427F3D}" sibTransId="{A82D6120-4972-4248-942D-DA9DC995B3C2}"/>
    <dgm:cxn modelId="{27EC8E35-A439-46F6-A3E9-E5B69A4EC50D}" srcId="{2B3C0CF4-3E8B-4B31-A0B0-688BEB40E73D}" destId="{7A7CDEC5-E268-4B06-8B43-FB239AB11244}" srcOrd="2" destOrd="0" parTransId="{A7E78B6C-AF09-4011-B830-BB1E59D34370}" sibTransId="{726EC488-AE91-4220-B07A-87A08A635A9D}"/>
    <dgm:cxn modelId="{5249783C-98DA-4AFC-8D84-AA97C5CC64C1}" srcId="{2B3C0CF4-3E8B-4B31-A0B0-688BEB40E73D}" destId="{AB6AC3AD-E8B2-438A-9BFF-EFA8452A0E9B}" srcOrd="4" destOrd="0" parTransId="{37A0F6AA-7510-4EF9-925A-4108A4C9A65F}" sibTransId="{BF7DE450-F510-4B9A-88A9-3AE51BBDEB54}"/>
    <dgm:cxn modelId="{79983E61-E468-4492-A6EC-DEDCFD975581}" type="presOf" srcId="{2B3C0CF4-3E8B-4B31-A0B0-688BEB40E73D}" destId="{D93CD83C-E9DF-47D2-9D57-2906A90C245B}" srcOrd="0" destOrd="0" presId="urn:microsoft.com/office/officeart/2005/8/layout/process5"/>
    <dgm:cxn modelId="{6E129861-BFAF-4FAD-84E6-53C466E5393D}" type="presOf" srcId="{F6DBBE1B-10E4-4CDE-B980-66B0076D5EC5}" destId="{4A3E02B7-FD06-4130-9172-A58A862C8DD1}" srcOrd="0" destOrd="0" presId="urn:microsoft.com/office/officeart/2005/8/layout/process5"/>
    <dgm:cxn modelId="{5C17BB69-18C0-4543-A7DE-C8BD87A83C2F}" type="presOf" srcId="{97EEB82A-C8F9-415F-AD3D-5557252F3341}" destId="{AFA064F1-47C1-461D-93DA-04594F655981}" srcOrd="1" destOrd="0" presId="urn:microsoft.com/office/officeart/2005/8/layout/process5"/>
    <dgm:cxn modelId="{53EF1F6C-FC97-4471-9852-5FB462BC45C8}" type="presOf" srcId="{DDA522D0-D596-4471-8452-53E1DDE15759}" destId="{6BCD2F99-48E7-4B50-A6F2-8FEE5F8C1912}" srcOrd="0" destOrd="0" presId="urn:microsoft.com/office/officeart/2005/8/layout/process5"/>
    <dgm:cxn modelId="{848EC576-C867-4F00-9CEB-4343958621AF}" type="presOf" srcId="{7A7CDEC5-E268-4B06-8B43-FB239AB11244}" destId="{6E791FA4-8D02-4458-847D-9A5ED716FFA1}" srcOrd="0" destOrd="0" presId="urn:microsoft.com/office/officeart/2005/8/layout/process5"/>
    <dgm:cxn modelId="{AF116679-CE83-452B-A1B2-0A09E8AB6EA9}" srcId="{2B3C0CF4-3E8B-4B31-A0B0-688BEB40E73D}" destId="{AF385CC7-B3AE-4804-85DF-AE149BA0AC42}" srcOrd="1" destOrd="0" parTransId="{43D7D96E-1BC1-4992-9F80-E24F76628E8D}" sibTransId="{D0E0CA13-0B08-407A-BC00-6739637BB631}"/>
    <dgm:cxn modelId="{58A5D282-19CE-4C40-9336-3A7BA1F74044}" type="presOf" srcId="{726EC488-AE91-4220-B07A-87A08A635A9D}" destId="{A7BFD10D-22AE-4A69-9346-7C023D8FDF7D}" srcOrd="1" destOrd="0" presId="urn:microsoft.com/office/officeart/2005/8/layout/process5"/>
    <dgm:cxn modelId="{CD54F998-E11A-4433-A5D2-2CF53F483FE7}" srcId="{2B3C0CF4-3E8B-4B31-A0B0-688BEB40E73D}" destId="{F6DBBE1B-10E4-4CDE-B980-66B0076D5EC5}" srcOrd="0" destOrd="0" parTransId="{827896BA-4BD7-4C02-B473-949D8845A1D1}" sibTransId="{97EEB82A-C8F9-415F-AD3D-5557252F3341}"/>
    <dgm:cxn modelId="{B38617A6-B270-4923-814E-23A2C23BF334}" type="presOf" srcId="{A82D6120-4972-4248-942D-DA9DC995B3C2}" destId="{DCFFDA2A-6153-4152-A7DD-13C34A30DEC8}" srcOrd="1" destOrd="0" presId="urn:microsoft.com/office/officeart/2005/8/layout/process5"/>
    <dgm:cxn modelId="{F78D01D4-B8DA-4E54-BC89-9E9407C0C43D}" type="presOf" srcId="{AF385CC7-B3AE-4804-85DF-AE149BA0AC42}" destId="{123CCC02-B0AE-4BEC-A5FF-A67F765C9FED}" srcOrd="0" destOrd="0" presId="urn:microsoft.com/office/officeart/2005/8/layout/process5"/>
    <dgm:cxn modelId="{B8F326DD-9489-4EA6-89CA-135C84EDCEA6}" type="presOf" srcId="{726EC488-AE91-4220-B07A-87A08A635A9D}" destId="{8602CC58-7576-409F-AD34-581104778E24}" srcOrd="0" destOrd="0" presId="urn:microsoft.com/office/officeart/2005/8/layout/process5"/>
    <dgm:cxn modelId="{35B2AAEF-365C-4361-B36B-6F51AAD48F1D}" type="presOf" srcId="{A82D6120-4972-4248-942D-DA9DC995B3C2}" destId="{65ABB6C9-42FD-4BBF-ACE2-588DDE43F1C2}" srcOrd="0" destOrd="0" presId="urn:microsoft.com/office/officeart/2005/8/layout/process5"/>
    <dgm:cxn modelId="{90A48BF0-6305-4085-B1D0-7FF38FD99667}" type="presOf" srcId="{97EEB82A-C8F9-415F-AD3D-5557252F3341}" destId="{80E56E50-E53F-45AF-8E9F-705D35D30AFB}" srcOrd="0" destOrd="0" presId="urn:microsoft.com/office/officeart/2005/8/layout/process5"/>
    <dgm:cxn modelId="{8E1054FA-DBFC-43F6-AD02-34125A44E881}" type="presOf" srcId="{D0E0CA13-0B08-407A-BC00-6739637BB631}" destId="{EE528065-11C3-42B3-A971-D0E297224ACB}" srcOrd="0" destOrd="0" presId="urn:microsoft.com/office/officeart/2005/8/layout/process5"/>
    <dgm:cxn modelId="{B2C0D875-1F43-47E6-A300-B0E2D5051BEA}" type="presParOf" srcId="{D93CD83C-E9DF-47D2-9D57-2906A90C245B}" destId="{4A3E02B7-FD06-4130-9172-A58A862C8DD1}" srcOrd="0" destOrd="0" presId="urn:microsoft.com/office/officeart/2005/8/layout/process5"/>
    <dgm:cxn modelId="{DEE4B1CD-DA96-473C-BF7F-5CF498FB3AAD}" type="presParOf" srcId="{D93CD83C-E9DF-47D2-9D57-2906A90C245B}" destId="{80E56E50-E53F-45AF-8E9F-705D35D30AFB}" srcOrd="1" destOrd="0" presId="urn:microsoft.com/office/officeart/2005/8/layout/process5"/>
    <dgm:cxn modelId="{94CC1C40-175A-4842-B019-AC7C041B5793}" type="presParOf" srcId="{80E56E50-E53F-45AF-8E9F-705D35D30AFB}" destId="{AFA064F1-47C1-461D-93DA-04594F655981}" srcOrd="0" destOrd="0" presId="urn:microsoft.com/office/officeart/2005/8/layout/process5"/>
    <dgm:cxn modelId="{BB8B2820-0E1A-4B31-9FF8-BB421A96BA47}" type="presParOf" srcId="{D93CD83C-E9DF-47D2-9D57-2906A90C245B}" destId="{123CCC02-B0AE-4BEC-A5FF-A67F765C9FED}" srcOrd="2" destOrd="0" presId="urn:microsoft.com/office/officeart/2005/8/layout/process5"/>
    <dgm:cxn modelId="{EC047CE9-6FD6-4932-8625-3DCEA8A65153}" type="presParOf" srcId="{D93CD83C-E9DF-47D2-9D57-2906A90C245B}" destId="{EE528065-11C3-42B3-A971-D0E297224ACB}" srcOrd="3" destOrd="0" presId="urn:microsoft.com/office/officeart/2005/8/layout/process5"/>
    <dgm:cxn modelId="{979A80A0-A860-458F-AFE0-216748615A16}" type="presParOf" srcId="{EE528065-11C3-42B3-A971-D0E297224ACB}" destId="{5A619261-4490-4F37-B67A-2E28AAD56C77}" srcOrd="0" destOrd="0" presId="urn:microsoft.com/office/officeart/2005/8/layout/process5"/>
    <dgm:cxn modelId="{8E423869-E1BC-4B0A-B079-F50DD919181F}" type="presParOf" srcId="{D93CD83C-E9DF-47D2-9D57-2906A90C245B}" destId="{6E791FA4-8D02-4458-847D-9A5ED716FFA1}" srcOrd="4" destOrd="0" presId="urn:microsoft.com/office/officeart/2005/8/layout/process5"/>
    <dgm:cxn modelId="{5BF0F200-E47E-4FFB-B90F-61CC61C16F57}" type="presParOf" srcId="{D93CD83C-E9DF-47D2-9D57-2906A90C245B}" destId="{8602CC58-7576-409F-AD34-581104778E24}" srcOrd="5" destOrd="0" presId="urn:microsoft.com/office/officeart/2005/8/layout/process5"/>
    <dgm:cxn modelId="{DF65E5BE-B98F-4DFF-A887-63B67A25BC74}" type="presParOf" srcId="{8602CC58-7576-409F-AD34-581104778E24}" destId="{A7BFD10D-22AE-4A69-9346-7C023D8FDF7D}" srcOrd="0" destOrd="0" presId="urn:microsoft.com/office/officeart/2005/8/layout/process5"/>
    <dgm:cxn modelId="{DE6E28E2-B956-43A0-BD95-455237645637}" type="presParOf" srcId="{D93CD83C-E9DF-47D2-9D57-2906A90C245B}" destId="{6BCD2F99-48E7-4B50-A6F2-8FEE5F8C1912}" srcOrd="6" destOrd="0" presId="urn:microsoft.com/office/officeart/2005/8/layout/process5"/>
    <dgm:cxn modelId="{F9DE415A-E561-4E3D-9757-4BBABE4FAE1A}" type="presParOf" srcId="{D93CD83C-E9DF-47D2-9D57-2906A90C245B}" destId="{65ABB6C9-42FD-4BBF-ACE2-588DDE43F1C2}" srcOrd="7" destOrd="0" presId="urn:microsoft.com/office/officeart/2005/8/layout/process5"/>
    <dgm:cxn modelId="{48DF1B69-3F4D-413B-97ED-193A83B5292A}" type="presParOf" srcId="{65ABB6C9-42FD-4BBF-ACE2-588DDE43F1C2}" destId="{DCFFDA2A-6153-4152-A7DD-13C34A30DEC8}" srcOrd="0" destOrd="0" presId="urn:microsoft.com/office/officeart/2005/8/layout/process5"/>
    <dgm:cxn modelId="{37170946-BE6C-400C-B0BE-A1562B2B907A}" type="presParOf" srcId="{D93CD83C-E9DF-47D2-9D57-2906A90C245B}" destId="{E36338D8-54DA-4CEF-AD97-AB52716C6BE1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3C0CF4-3E8B-4B31-A0B0-688BEB40E73D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</dgm:pt>
    <dgm:pt modelId="{AF385CC7-B3AE-4804-85DF-AE149BA0AC42}">
      <dgm:prSet phldrT="[Text]" custT="1"/>
      <dgm:spPr/>
      <dgm:t>
        <a:bodyPr/>
        <a:lstStyle/>
        <a:p>
          <a:r>
            <a:rPr lang="es-MX" sz="1600" dirty="0"/>
            <a:t>Localizamos el componente a modificar o generamos uno nuevo, según sea necesario</a:t>
          </a:r>
        </a:p>
      </dgm:t>
    </dgm:pt>
    <dgm:pt modelId="{43D7D96E-1BC1-4992-9F80-E24F76628E8D}" type="parTrans" cxnId="{AF116679-CE83-452B-A1B2-0A09E8AB6EA9}">
      <dgm:prSet/>
      <dgm:spPr/>
      <dgm:t>
        <a:bodyPr/>
        <a:lstStyle/>
        <a:p>
          <a:endParaRPr lang="es-MX" sz="1600"/>
        </a:p>
      </dgm:t>
    </dgm:pt>
    <dgm:pt modelId="{D0E0CA13-0B08-407A-BC00-6739637BB631}" type="sibTrans" cxnId="{AF116679-CE83-452B-A1B2-0A09E8AB6EA9}">
      <dgm:prSet custT="1"/>
      <dgm:spPr/>
      <dgm:t>
        <a:bodyPr/>
        <a:lstStyle/>
        <a:p>
          <a:endParaRPr lang="es-MX" sz="1600"/>
        </a:p>
      </dgm:t>
    </dgm:pt>
    <dgm:pt modelId="{7A7CDEC5-E268-4B06-8B43-FB239AB11244}">
      <dgm:prSet phldrT="[Text]" custT="1"/>
      <dgm:spPr/>
      <dgm:t>
        <a:bodyPr/>
        <a:lstStyle/>
        <a:p>
          <a:r>
            <a:rPr lang="es-MX" sz="1600" dirty="0"/>
            <a:t>Trabajamos en los elementos del componente: Modelo de BD, Controlador de Proceso, Vista de Interfaz de Usuario.</a:t>
          </a:r>
        </a:p>
      </dgm:t>
    </dgm:pt>
    <dgm:pt modelId="{A7E78B6C-AF09-4011-B830-BB1E59D34370}" type="parTrans" cxnId="{27EC8E35-A439-46F6-A3E9-E5B69A4EC50D}">
      <dgm:prSet/>
      <dgm:spPr/>
      <dgm:t>
        <a:bodyPr/>
        <a:lstStyle/>
        <a:p>
          <a:endParaRPr lang="es-MX" sz="1600"/>
        </a:p>
      </dgm:t>
    </dgm:pt>
    <dgm:pt modelId="{726EC488-AE91-4220-B07A-87A08A635A9D}" type="sibTrans" cxnId="{27EC8E35-A439-46F6-A3E9-E5B69A4EC50D}">
      <dgm:prSet custT="1"/>
      <dgm:spPr/>
      <dgm:t>
        <a:bodyPr/>
        <a:lstStyle/>
        <a:p>
          <a:endParaRPr lang="es-MX" sz="1600"/>
        </a:p>
      </dgm:t>
    </dgm:pt>
    <dgm:pt modelId="{DDA522D0-D596-4471-8452-53E1DDE15759}">
      <dgm:prSet phldrT="[Text]" custT="1"/>
      <dgm:spPr/>
      <dgm:t>
        <a:bodyPr/>
        <a:lstStyle/>
        <a:p>
          <a:r>
            <a:rPr lang="es-MX" sz="1600" dirty="0"/>
            <a:t>Realizamos pruebas y validamos que no hay errores</a:t>
          </a:r>
        </a:p>
      </dgm:t>
    </dgm:pt>
    <dgm:pt modelId="{D3CAE185-5C51-4D61-9E71-821BE0427F3D}" type="parTrans" cxnId="{AD739926-0E2A-450C-98D4-2A83326A0410}">
      <dgm:prSet/>
      <dgm:spPr/>
      <dgm:t>
        <a:bodyPr/>
        <a:lstStyle/>
        <a:p>
          <a:endParaRPr lang="es-MX" sz="1600"/>
        </a:p>
      </dgm:t>
    </dgm:pt>
    <dgm:pt modelId="{A82D6120-4972-4248-942D-DA9DC995B3C2}" type="sibTrans" cxnId="{AD739926-0E2A-450C-98D4-2A83326A0410}">
      <dgm:prSet custT="1"/>
      <dgm:spPr/>
      <dgm:t>
        <a:bodyPr/>
        <a:lstStyle/>
        <a:p>
          <a:endParaRPr lang="es-MX" sz="1600"/>
        </a:p>
      </dgm:t>
    </dgm:pt>
    <dgm:pt modelId="{AB6AC3AD-E8B2-438A-9BFF-EFA8452A0E9B}">
      <dgm:prSet phldrT="[Text]" custT="1"/>
      <dgm:spPr/>
      <dgm:t>
        <a:bodyPr/>
        <a:lstStyle/>
        <a:p>
          <a:r>
            <a:rPr lang="es-MX" sz="1600" dirty="0"/>
            <a:t>Revisamos con el usuario para validar que el requerimiento se cumplió</a:t>
          </a:r>
        </a:p>
      </dgm:t>
    </dgm:pt>
    <dgm:pt modelId="{37A0F6AA-7510-4EF9-925A-4108A4C9A65F}" type="parTrans" cxnId="{5249783C-98DA-4AFC-8D84-AA97C5CC64C1}">
      <dgm:prSet/>
      <dgm:spPr/>
      <dgm:t>
        <a:bodyPr/>
        <a:lstStyle/>
        <a:p>
          <a:endParaRPr lang="es-MX" sz="1600"/>
        </a:p>
      </dgm:t>
    </dgm:pt>
    <dgm:pt modelId="{BF7DE450-F510-4B9A-88A9-3AE51BBDEB54}" type="sibTrans" cxnId="{5249783C-98DA-4AFC-8D84-AA97C5CC64C1}">
      <dgm:prSet custT="1"/>
      <dgm:spPr/>
      <dgm:t>
        <a:bodyPr/>
        <a:lstStyle/>
        <a:p>
          <a:endParaRPr lang="es-MX" sz="1600"/>
        </a:p>
      </dgm:t>
    </dgm:pt>
    <dgm:pt modelId="{F6DBBE1B-10E4-4CDE-B980-66B0076D5EC5}">
      <dgm:prSet phldrT="[Text]" custT="1"/>
      <dgm:spPr/>
      <dgm:t>
        <a:bodyPr/>
        <a:lstStyle/>
        <a:p>
          <a:r>
            <a:rPr lang="es-MX" sz="1600" dirty="0"/>
            <a:t>Abrimos el código fuente del software</a:t>
          </a:r>
        </a:p>
      </dgm:t>
    </dgm:pt>
    <dgm:pt modelId="{827896BA-4BD7-4C02-B473-949D8845A1D1}" type="parTrans" cxnId="{CD54F998-E11A-4433-A5D2-2CF53F483FE7}">
      <dgm:prSet/>
      <dgm:spPr/>
      <dgm:t>
        <a:bodyPr/>
        <a:lstStyle/>
        <a:p>
          <a:endParaRPr lang="es-MX" sz="1600"/>
        </a:p>
      </dgm:t>
    </dgm:pt>
    <dgm:pt modelId="{97EEB82A-C8F9-415F-AD3D-5557252F3341}" type="sibTrans" cxnId="{CD54F998-E11A-4433-A5D2-2CF53F483FE7}">
      <dgm:prSet custT="1"/>
      <dgm:spPr/>
      <dgm:t>
        <a:bodyPr/>
        <a:lstStyle/>
        <a:p>
          <a:endParaRPr lang="es-MX" sz="1600"/>
        </a:p>
      </dgm:t>
    </dgm:pt>
    <dgm:pt modelId="{5535F585-5AC4-4EAC-8A74-BD7AC1CEFB33}">
      <dgm:prSet phldrT="[Text]" custT="1"/>
      <dgm:spPr/>
      <dgm:t>
        <a:bodyPr/>
        <a:lstStyle/>
        <a:p>
          <a:r>
            <a:rPr lang="es-MX" sz="1600" dirty="0"/>
            <a:t>Preparamos la liberación y actualización del sistema y el repositorio de código</a:t>
          </a:r>
        </a:p>
      </dgm:t>
    </dgm:pt>
    <dgm:pt modelId="{95596F01-E6FC-488B-90AF-6D5134148B5F}" type="parTrans" cxnId="{D3B3C977-3421-4683-815E-8BED17CB6B8B}">
      <dgm:prSet/>
      <dgm:spPr/>
      <dgm:t>
        <a:bodyPr/>
        <a:lstStyle/>
        <a:p>
          <a:endParaRPr lang="es-MX"/>
        </a:p>
      </dgm:t>
    </dgm:pt>
    <dgm:pt modelId="{B4BC76F9-E444-40C5-B626-11C845FE9300}" type="sibTrans" cxnId="{D3B3C977-3421-4683-815E-8BED17CB6B8B}">
      <dgm:prSet/>
      <dgm:spPr/>
      <dgm:t>
        <a:bodyPr/>
        <a:lstStyle/>
        <a:p>
          <a:endParaRPr lang="es-MX"/>
        </a:p>
      </dgm:t>
    </dgm:pt>
    <dgm:pt modelId="{D93CD83C-E9DF-47D2-9D57-2906A90C245B}" type="pres">
      <dgm:prSet presAssocID="{2B3C0CF4-3E8B-4B31-A0B0-688BEB40E73D}" presName="diagram" presStyleCnt="0">
        <dgm:presLayoutVars>
          <dgm:dir/>
          <dgm:resizeHandles val="exact"/>
        </dgm:presLayoutVars>
      </dgm:prSet>
      <dgm:spPr/>
    </dgm:pt>
    <dgm:pt modelId="{4A3E02B7-FD06-4130-9172-A58A862C8DD1}" type="pres">
      <dgm:prSet presAssocID="{F6DBBE1B-10E4-4CDE-B980-66B0076D5EC5}" presName="node" presStyleLbl="node1" presStyleIdx="0" presStyleCnt="6">
        <dgm:presLayoutVars>
          <dgm:bulletEnabled val="1"/>
        </dgm:presLayoutVars>
      </dgm:prSet>
      <dgm:spPr/>
    </dgm:pt>
    <dgm:pt modelId="{80E56E50-E53F-45AF-8E9F-705D35D30AFB}" type="pres">
      <dgm:prSet presAssocID="{97EEB82A-C8F9-415F-AD3D-5557252F3341}" presName="sibTrans" presStyleLbl="sibTrans2D1" presStyleIdx="0" presStyleCnt="5"/>
      <dgm:spPr/>
    </dgm:pt>
    <dgm:pt modelId="{AFA064F1-47C1-461D-93DA-04594F655981}" type="pres">
      <dgm:prSet presAssocID="{97EEB82A-C8F9-415F-AD3D-5557252F3341}" presName="connectorText" presStyleLbl="sibTrans2D1" presStyleIdx="0" presStyleCnt="5"/>
      <dgm:spPr/>
    </dgm:pt>
    <dgm:pt modelId="{123CCC02-B0AE-4BEC-A5FF-A67F765C9FED}" type="pres">
      <dgm:prSet presAssocID="{AF385CC7-B3AE-4804-85DF-AE149BA0AC42}" presName="node" presStyleLbl="node1" presStyleIdx="1" presStyleCnt="6">
        <dgm:presLayoutVars>
          <dgm:bulletEnabled val="1"/>
        </dgm:presLayoutVars>
      </dgm:prSet>
      <dgm:spPr/>
    </dgm:pt>
    <dgm:pt modelId="{EE528065-11C3-42B3-A971-D0E297224ACB}" type="pres">
      <dgm:prSet presAssocID="{D0E0CA13-0B08-407A-BC00-6739637BB631}" presName="sibTrans" presStyleLbl="sibTrans2D1" presStyleIdx="1" presStyleCnt="5"/>
      <dgm:spPr/>
    </dgm:pt>
    <dgm:pt modelId="{5A619261-4490-4F37-B67A-2E28AAD56C77}" type="pres">
      <dgm:prSet presAssocID="{D0E0CA13-0B08-407A-BC00-6739637BB631}" presName="connectorText" presStyleLbl="sibTrans2D1" presStyleIdx="1" presStyleCnt="5"/>
      <dgm:spPr/>
    </dgm:pt>
    <dgm:pt modelId="{6E791FA4-8D02-4458-847D-9A5ED716FFA1}" type="pres">
      <dgm:prSet presAssocID="{7A7CDEC5-E268-4B06-8B43-FB239AB11244}" presName="node" presStyleLbl="node1" presStyleIdx="2" presStyleCnt="6">
        <dgm:presLayoutVars>
          <dgm:bulletEnabled val="1"/>
        </dgm:presLayoutVars>
      </dgm:prSet>
      <dgm:spPr/>
    </dgm:pt>
    <dgm:pt modelId="{8602CC58-7576-409F-AD34-581104778E24}" type="pres">
      <dgm:prSet presAssocID="{726EC488-AE91-4220-B07A-87A08A635A9D}" presName="sibTrans" presStyleLbl="sibTrans2D1" presStyleIdx="2" presStyleCnt="5"/>
      <dgm:spPr/>
    </dgm:pt>
    <dgm:pt modelId="{A7BFD10D-22AE-4A69-9346-7C023D8FDF7D}" type="pres">
      <dgm:prSet presAssocID="{726EC488-AE91-4220-B07A-87A08A635A9D}" presName="connectorText" presStyleLbl="sibTrans2D1" presStyleIdx="2" presStyleCnt="5"/>
      <dgm:spPr/>
    </dgm:pt>
    <dgm:pt modelId="{6BCD2F99-48E7-4B50-A6F2-8FEE5F8C1912}" type="pres">
      <dgm:prSet presAssocID="{DDA522D0-D596-4471-8452-53E1DDE15759}" presName="node" presStyleLbl="node1" presStyleIdx="3" presStyleCnt="6">
        <dgm:presLayoutVars>
          <dgm:bulletEnabled val="1"/>
        </dgm:presLayoutVars>
      </dgm:prSet>
      <dgm:spPr/>
    </dgm:pt>
    <dgm:pt modelId="{65ABB6C9-42FD-4BBF-ACE2-588DDE43F1C2}" type="pres">
      <dgm:prSet presAssocID="{A82D6120-4972-4248-942D-DA9DC995B3C2}" presName="sibTrans" presStyleLbl="sibTrans2D1" presStyleIdx="3" presStyleCnt="5"/>
      <dgm:spPr/>
    </dgm:pt>
    <dgm:pt modelId="{DCFFDA2A-6153-4152-A7DD-13C34A30DEC8}" type="pres">
      <dgm:prSet presAssocID="{A82D6120-4972-4248-942D-DA9DC995B3C2}" presName="connectorText" presStyleLbl="sibTrans2D1" presStyleIdx="3" presStyleCnt="5"/>
      <dgm:spPr/>
    </dgm:pt>
    <dgm:pt modelId="{E36338D8-54DA-4CEF-AD97-AB52716C6BE1}" type="pres">
      <dgm:prSet presAssocID="{AB6AC3AD-E8B2-438A-9BFF-EFA8452A0E9B}" presName="node" presStyleLbl="node1" presStyleIdx="4" presStyleCnt="6">
        <dgm:presLayoutVars>
          <dgm:bulletEnabled val="1"/>
        </dgm:presLayoutVars>
      </dgm:prSet>
      <dgm:spPr/>
    </dgm:pt>
    <dgm:pt modelId="{70E2B059-AD5F-43A5-8D10-62E96F838DD0}" type="pres">
      <dgm:prSet presAssocID="{BF7DE450-F510-4B9A-88A9-3AE51BBDEB54}" presName="sibTrans" presStyleLbl="sibTrans2D1" presStyleIdx="4" presStyleCnt="5"/>
      <dgm:spPr/>
    </dgm:pt>
    <dgm:pt modelId="{2D8CFF60-52A9-4AB3-8104-FEC32AA0B7BA}" type="pres">
      <dgm:prSet presAssocID="{BF7DE450-F510-4B9A-88A9-3AE51BBDEB54}" presName="connectorText" presStyleLbl="sibTrans2D1" presStyleIdx="4" presStyleCnt="5"/>
      <dgm:spPr/>
    </dgm:pt>
    <dgm:pt modelId="{3D190173-17AC-421C-A9B9-DE1A63511503}" type="pres">
      <dgm:prSet presAssocID="{5535F585-5AC4-4EAC-8A74-BD7AC1CEFB33}" presName="node" presStyleLbl="node1" presStyleIdx="5" presStyleCnt="6">
        <dgm:presLayoutVars>
          <dgm:bulletEnabled val="1"/>
        </dgm:presLayoutVars>
      </dgm:prSet>
      <dgm:spPr/>
    </dgm:pt>
  </dgm:ptLst>
  <dgm:cxnLst>
    <dgm:cxn modelId="{CA20D808-F151-4602-B0C1-834AC9A670DB}" type="presOf" srcId="{D0E0CA13-0B08-407A-BC00-6739637BB631}" destId="{5A619261-4490-4F37-B67A-2E28AAD56C77}" srcOrd="1" destOrd="0" presId="urn:microsoft.com/office/officeart/2005/8/layout/process5"/>
    <dgm:cxn modelId="{F104E616-D6F9-44CC-9042-78611E7E5904}" type="presOf" srcId="{AB6AC3AD-E8B2-438A-9BFF-EFA8452A0E9B}" destId="{E36338D8-54DA-4CEF-AD97-AB52716C6BE1}" srcOrd="0" destOrd="0" presId="urn:microsoft.com/office/officeart/2005/8/layout/process5"/>
    <dgm:cxn modelId="{AD739926-0E2A-450C-98D4-2A83326A0410}" srcId="{2B3C0CF4-3E8B-4B31-A0B0-688BEB40E73D}" destId="{DDA522D0-D596-4471-8452-53E1DDE15759}" srcOrd="3" destOrd="0" parTransId="{D3CAE185-5C51-4D61-9E71-821BE0427F3D}" sibTransId="{A82D6120-4972-4248-942D-DA9DC995B3C2}"/>
    <dgm:cxn modelId="{27EC8E35-A439-46F6-A3E9-E5B69A4EC50D}" srcId="{2B3C0CF4-3E8B-4B31-A0B0-688BEB40E73D}" destId="{7A7CDEC5-E268-4B06-8B43-FB239AB11244}" srcOrd="2" destOrd="0" parTransId="{A7E78B6C-AF09-4011-B830-BB1E59D34370}" sibTransId="{726EC488-AE91-4220-B07A-87A08A635A9D}"/>
    <dgm:cxn modelId="{5249783C-98DA-4AFC-8D84-AA97C5CC64C1}" srcId="{2B3C0CF4-3E8B-4B31-A0B0-688BEB40E73D}" destId="{AB6AC3AD-E8B2-438A-9BFF-EFA8452A0E9B}" srcOrd="4" destOrd="0" parTransId="{37A0F6AA-7510-4EF9-925A-4108A4C9A65F}" sibTransId="{BF7DE450-F510-4B9A-88A9-3AE51BBDEB54}"/>
    <dgm:cxn modelId="{79983E61-E468-4492-A6EC-DEDCFD975581}" type="presOf" srcId="{2B3C0CF4-3E8B-4B31-A0B0-688BEB40E73D}" destId="{D93CD83C-E9DF-47D2-9D57-2906A90C245B}" srcOrd="0" destOrd="0" presId="urn:microsoft.com/office/officeart/2005/8/layout/process5"/>
    <dgm:cxn modelId="{6E129861-BFAF-4FAD-84E6-53C466E5393D}" type="presOf" srcId="{F6DBBE1B-10E4-4CDE-B980-66B0076D5EC5}" destId="{4A3E02B7-FD06-4130-9172-A58A862C8DD1}" srcOrd="0" destOrd="0" presId="urn:microsoft.com/office/officeart/2005/8/layout/process5"/>
    <dgm:cxn modelId="{5C17BB69-18C0-4543-A7DE-C8BD87A83C2F}" type="presOf" srcId="{97EEB82A-C8F9-415F-AD3D-5557252F3341}" destId="{AFA064F1-47C1-461D-93DA-04594F655981}" srcOrd="1" destOrd="0" presId="urn:microsoft.com/office/officeart/2005/8/layout/process5"/>
    <dgm:cxn modelId="{53EF1F6C-FC97-4471-9852-5FB462BC45C8}" type="presOf" srcId="{DDA522D0-D596-4471-8452-53E1DDE15759}" destId="{6BCD2F99-48E7-4B50-A6F2-8FEE5F8C1912}" srcOrd="0" destOrd="0" presId="urn:microsoft.com/office/officeart/2005/8/layout/process5"/>
    <dgm:cxn modelId="{848EC576-C867-4F00-9CEB-4343958621AF}" type="presOf" srcId="{7A7CDEC5-E268-4B06-8B43-FB239AB11244}" destId="{6E791FA4-8D02-4458-847D-9A5ED716FFA1}" srcOrd="0" destOrd="0" presId="urn:microsoft.com/office/officeart/2005/8/layout/process5"/>
    <dgm:cxn modelId="{D3B3C977-3421-4683-815E-8BED17CB6B8B}" srcId="{2B3C0CF4-3E8B-4B31-A0B0-688BEB40E73D}" destId="{5535F585-5AC4-4EAC-8A74-BD7AC1CEFB33}" srcOrd="5" destOrd="0" parTransId="{95596F01-E6FC-488B-90AF-6D5134148B5F}" sibTransId="{B4BC76F9-E444-40C5-B626-11C845FE9300}"/>
    <dgm:cxn modelId="{AF116679-CE83-452B-A1B2-0A09E8AB6EA9}" srcId="{2B3C0CF4-3E8B-4B31-A0B0-688BEB40E73D}" destId="{AF385CC7-B3AE-4804-85DF-AE149BA0AC42}" srcOrd="1" destOrd="0" parTransId="{43D7D96E-1BC1-4992-9F80-E24F76628E8D}" sibTransId="{D0E0CA13-0B08-407A-BC00-6739637BB631}"/>
    <dgm:cxn modelId="{58A5D282-19CE-4C40-9336-3A7BA1F74044}" type="presOf" srcId="{726EC488-AE91-4220-B07A-87A08A635A9D}" destId="{A7BFD10D-22AE-4A69-9346-7C023D8FDF7D}" srcOrd="1" destOrd="0" presId="urn:microsoft.com/office/officeart/2005/8/layout/process5"/>
    <dgm:cxn modelId="{229F1898-3F94-4DF1-A6C1-387A235AACCB}" type="presOf" srcId="{BF7DE450-F510-4B9A-88A9-3AE51BBDEB54}" destId="{70E2B059-AD5F-43A5-8D10-62E96F838DD0}" srcOrd="0" destOrd="0" presId="urn:microsoft.com/office/officeart/2005/8/layout/process5"/>
    <dgm:cxn modelId="{CD54F998-E11A-4433-A5D2-2CF53F483FE7}" srcId="{2B3C0CF4-3E8B-4B31-A0B0-688BEB40E73D}" destId="{F6DBBE1B-10E4-4CDE-B980-66B0076D5EC5}" srcOrd="0" destOrd="0" parTransId="{827896BA-4BD7-4C02-B473-949D8845A1D1}" sibTransId="{97EEB82A-C8F9-415F-AD3D-5557252F3341}"/>
    <dgm:cxn modelId="{B38617A6-B270-4923-814E-23A2C23BF334}" type="presOf" srcId="{A82D6120-4972-4248-942D-DA9DC995B3C2}" destId="{DCFFDA2A-6153-4152-A7DD-13C34A30DEC8}" srcOrd="1" destOrd="0" presId="urn:microsoft.com/office/officeart/2005/8/layout/process5"/>
    <dgm:cxn modelId="{610955BC-E810-4EE5-BFC2-B9BF0C35DF10}" type="presOf" srcId="{BF7DE450-F510-4B9A-88A9-3AE51BBDEB54}" destId="{2D8CFF60-52A9-4AB3-8104-FEC32AA0B7BA}" srcOrd="1" destOrd="0" presId="urn:microsoft.com/office/officeart/2005/8/layout/process5"/>
    <dgm:cxn modelId="{0CA434C3-2FE8-4C87-A073-0E73A5C65473}" type="presOf" srcId="{5535F585-5AC4-4EAC-8A74-BD7AC1CEFB33}" destId="{3D190173-17AC-421C-A9B9-DE1A63511503}" srcOrd="0" destOrd="0" presId="urn:microsoft.com/office/officeart/2005/8/layout/process5"/>
    <dgm:cxn modelId="{F78D01D4-B8DA-4E54-BC89-9E9407C0C43D}" type="presOf" srcId="{AF385CC7-B3AE-4804-85DF-AE149BA0AC42}" destId="{123CCC02-B0AE-4BEC-A5FF-A67F765C9FED}" srcOrd="0" destOrd="0" presId="urn:microsoft.com/office/officeart/2005/8/layout/process5"/>
    <dgm:cxn modelId="{B8F326DD-9489-4EA6-89CA-135C84EDCEA6}" type="presOf" srcId="{726EC488-AE91-4220-B07A-87A08A635A9D}" destId="{8602CC58-7576-409F-AD34-581104778E24}" srcOrd="0" destOrd="0" presId="urn:microsoft.com/office/officeart/2005/8/layout/process5"/>
    <dgm:cxn modelId="{35B2AAEF-365C-4361-B36B-6F51AAD48F1D}" type="presOf" srcId="{A82D6120-4972-4248-942D-DA9DC995B3C2}" destId="{65ABB6C9-42FD-4BBF-ACE2-588DDE43F1C2}" srcOrd="0" destOrd="0" presId="urn:microsoft.com/office/officeart/2005/8/layout/process5"/>
    <dgm:cxn modelId="{90A48BF0-6305-4085-B1D0-7FF38FD99667}" type="presOf" srcId="{97EEB82A-C8F9-415F-AD3D-5557252F3341}" destId="{80E56E50-E53F-45AF-8E9F-705D35D30AFB}" srcOrd="0" destOrd="0" presId="urn:microsoft.com/office/officeart/2005/8/layout/process5"/>
    <dgm:cxn modelId="{8E1054FA-DBFC-43F6-AD02-34125A44E881}" type="presOf" srcId="{D0E0CA13-0B08-407A-BC00-6739637BB631}" destId="{EE528065-11C3-42B3-A971-D0E297224ACB}" srcOrd="0" destOrd="0" presId="urn:microsoft.com/office/officeart/2005/8/layout/process5"/>
    <dgm:cxn modelId="{B2C0D875-1F43-47E6-A300-B0E2D5051BEA}" type="presParOf" srcId="{D93CD83C-E9DF-47D2-9D57-2906A90C245B}" destId="{4A3E02B7-FD06-4130-9172-A58A862C8DD1}" srcOrd="0" destOrd="0" presId="urn:microsoft.com/office/officeart/2005/8/layout/process5"/>
    <dgm:cxn modelId="{DEE4B1CD-DA96-473C-BF7F-5CF498FB3AAD}" type="presParOf" srcId="{D93CD83C-E9DF-47D2-9D57-2906A90C245B}" destId="{80E56E50-E53F-45AF-8E9F-705D35D30AFB}" srcOrd="1" destOrd="0" presId="urn:microsoft.com/office/officeart/2005/8/layout/process5"/>
    <dgm:cxn modelId="{94CC1C40-175A-4842-B019-AC7C041B5793}" type="presParOf" srcId="{80E56E50-E53F-45AF-8E9F-705D35D30AFB}" destId="{AFA064F1-47C1-461D-93DA-04594F655981}" srcOrd="0" destOrd="0" presId="urn:microsoft.com/office/officeart/2005/8/layout/process5"/>
    <dgm:cxn modelId="{BB8B2820-0E1A-4B31-9FF8-BB421A96BA47}" type="presParOf" srcId="{D93CD83C-E9DF-47D2-9D57-2906A90C245B}" destId="{123CCC02-B0AE-4BEC-A5FF-A67F765C9FED}" srcOrd="2" destOrd="0" presId="urn:microsoft.com/office/officeart/2005/8/layout/process5"/>
    <dgm:cxn modelId="{EC047CE9-6FD6-4932-8625-3DCEA8A65153}" type="presParOf" srcId="{D93CD83C-E9DF-47D2-9D57-2906A90C245B}" destId="{EE528065-11C3-42B3-A971-D0E297224ACB}" srcOrd="3" destOrd="0" presId="urn:microsoft.com/office/officeart/2005/8/layout/process5"/>
    <dgm:cxn modelId="{979A80A0-A860-458F-AFE0-216748615A16}" type="presParOf" srcId="{EE528065-11C3-42B3-A971-D0E297224ACB}" destId="{5A619261-4490-4F37-B67A-2E28AAD56C77}" srcOrd="0" destOrd="0" presId="urn:microsoft.com/office/officeart/2005/8/layout/process5"/>
    <dgm:cxn modelId="{8E423869-E1BC-4B0A-B079-F50DD919181F}" type="presParOf" srcId="{D93CD83C-E9DF-47D2-9D57-2906A90C245B}" destId="{6E791FA4-8D02-4458-847D-9A5ED716FFA1}" srcOrd="4" destOrd="0" presId="urn:microsoft.com/office/officeart/2005/8/layout/process5"/>
    <dgm:cxn modelId="{5BF0F200-E47E-4FFB-B90F-61CC61C16F57}" type="presParOf" srcId="{D93CD83C-E9DF-47D2-9D57-2906A90C245B}" destId="{8602CC58-7576-409F-AD34-581104778E24}" srcOrd="5" destOrd="0" presId="urn:microsoft.com/office/officeart/2005/8/layout/process5"/>
    <dgm:cxn modelId="{DF65E5BE-B98F-4DFF-A887-63B67A25BC74}" type="presParOf" srcId="{8602CC58-7576-409F-AD34-581104778E24}" destId="{A7BFD10D-22AE-4A69-9346-7C023D8FDF7D}" srcOrd="0" destOrd="0" presId="urn:microsoft.com/office/officeart/2005/8/layout/process5"/>
    <dgm:cxn modelId="{DE6E28E2-B956-43A0-BD95-455237645637}" type="presParOf" srcId="{D93CD83C-E9DF-47D2-9D57-2906A90C245B}" destId="{6BCD2F99-48E7-4B50-A6F2-8FEE5F8C1912}" srcOrd="6" destOrd="0" presId="urn:microsoft.com/office/officeart/2005/8/layout/process5"/>
    <dgm:cxn modelId="{F9DE415A-E561-4E3D-9757-4BBABE4FAE1A}" type="presParOf" srcId="{D93CD83C-E9DF-47D2-9D57-2906A90C245B}" destId="{65ABB6C9-42FD-4BBF-ACE2-588DDE43F1C2}" srcOrd="7" destOrd="0" presId="urn:microsoft.com/office/officeart/2005/8/layout/process5"/>
    <dgm:cxn modelId="{48DF1B69-3F4D-413B-97ED-193A83B5292A}" type="presParOf" srcId="{65ABB6C9-42FD-4BBF-ACE2-588DDE43F1C2}" destId="{DCFFDA2A-6153-4152-A7DD-13C34A30DEC8}" srcOrd="0" destOrd="0" presId="urn:microsoft.com/office/officeart/2005/8/layout/process5"/>
    <dgm:cxn modelId="{37170946-BE6C-400C-B0BE-A1562B2B907A}" type="presParOf" srcId="{D93CD83C-E9DF-47D2-9D57-2906A90C245B}" destId="{E36338D8-54DA-4CEF-AD97-AB52716C6BE1}" srcOrd="8" destOrd="0" presId="urn:microsoft.com/office/officeart/2005/8/layout/process5"/>
    <dgm:cxn modelId="{85E918AF-3D7B-477B-A0DB-ED8CF5325311}" type="presParOf" srcId="{D93CD83C-E9DF-47D2-9D57-2906A90C245B}" destId="{70E2B059-AD5F-43A5-8D10-62E96F838DD0}" srcOrd="9" destOrd="0" presId="urn:microsoft.com/office/officeart/2005/8/layout/process5"/>
    <dgm:cxn modelId="{24E55E40-BF13-4C93-B223-1E2DFB7BDF4D}" type="presParOf" srcId="{70E2B059-AD5F-43A5-8D10-62E96F838DD0}" destId="{2D8CFF60-52A9-4AB3-8104-FEC32AA0B7BA}" srcOrd="0" destOrd="0" presId="urn:microsoft.com/office/officeart/2005/8/layout/process5"/>
    <dgm:cxn modelId="{A2309A44-BF36-4B6E-90E5-40BA79900527}" type="presParOf" srcId="{D93CD83C-E9DF-47D2-9D57-2906A90C245B}" destId="{3D190173-17AC-421C-A9B9-DE1A63511503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3C0CF4-3E8B-4B31-A0B0-688BEB40E73D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</dgm:pt>
    <dgm:pt modelId="{AF385CC7-B3AE-4804-85DF-AE149BA0AC42}">
      <dgm:prSet phldrT="[Text]" custT="1"/>
      <dgm:spPr/>
      <dgm:t>
        <a:bodyPr/>
        <a:lstStyle/>
        <a:p>
          <a:r>
            <a:rPr lang="es-MX" sz="1600" dirty="0"/>
            <a:t>Ejecutamos los comandos de GIT para verificar el estatus y validar la rama de código</a:t>
          </a:r>
        </a:p>
      </dgm:t>
    </dgm:pt>
    <dgm:pt modelId="{43D7D96E-1BC1-4992-9F80-E24F76628E8D}" type="parTrans" cxnId="{AF116679-CE83-452B-A1B2-0A09E8AB6EA9}">
      <dgm:prSet/>
      <dgm:spPr/>
      <dgm:t>
        <a:bodyPr/>
        <a:lstStyle/>
        <a:p>
          <a:endParaRPr lang="es-MX" sz="1600"/>
        </a:p>
      </dgm:t>
    </dgm:pt>
    <dgm:pt modelId="{D0E0CA13-0B08-407A-BC00-6739637BB631}" type="sibTrans" cxnId="{AF116679-CE83-452B-A1B2-0A09E8AB6EA9}">
      <dgm:prSet custT="1"/>
      <dgm:spPr/>
      <dgm:t>
        <a:bodyPr/>
        <a:lstStyle/>
        <a:p>
          <a:endParaRPr lang="es-MX" sz="1600"/>
        </a:p>
      </dgm:t>
    </dgm:pt>
    <dgm:pt modelId="{7A7CDEC5-E268-4B06-8B43-FB239AB11244}">
      <dgm:prSet phldrT="[Text]" custT="1"/>
      <dgm:spPr/>
      <dgm:t>
        <a:bodyPr/>
        <a:lstStyle/>
        <a:p>
          <a:r>
            <a:rPr lang="es-MX" sz="1600" dirty="0"/>
            <a:t>Ejecutamos comandos de GIT para seleccionar el código que hay que actualizar</a:t>
          </a:r>
        </a:p>
      </dgm:t>
    </dgm:pt>
    <dgm:pt modelId="{A7E78B6C-AF09-4011-B830-BB1E59D34370}" type="parTrans" cxnId="{27EC8E35-A439-46F6-A3E9-E5B69A4EC50D}">
      <dgm:prSet/>
      <dgm:spPr/>
      <dgm:t>
        <a:bodyPr/>
        <a:lstStyle/>
        <a:p>
          <a:endParaRPr lang="es-MX" sz="1600"/>
        </a:p>
      </dgm:t>
    </dgm:pt>
    <dgm:pt modelId="{726EC488-AE91-4220-B07A-87A08A635A9D}" type="sibTrans" cxnId="{27EC8E35-A439-46F6-A3E9-E5B69A4EC50D}">
      <dgm:prSet custT="1"/>
      <dgm:spPr/>
      <dgm:t>
        <a:bodyPr/>
        <a:lstStyle/>
        <a:p>
          <a:endParaRPr lang="es-MX" sz="1600"/>
        </a:p>
      </dgm:t>
    </dgm:pt>
    <dgm:pt modelId="{DDA522D0-D596-4471-8452-53E1DDE15759}">
      <dgm:prSet phldrT="[Text]" custT="1"/>
      <dgm:spPr/>
      <dgm:t>
        <a:bodyPr/>
        <a:lstStyle/>
        <a:p>
          <a:r>
            <a:rPr lang="es-MX" sz="1600" dirty="0"/>
            <a:t>Ejecutar comandos de GIT para registrar el código modificado en el repositorio local.</a:t>
          </a:r>
        </a:p>
      </dgm:t>
    </dgm:pt>
    <dgm:pt modelId="{D3CAE185-5C51-4D61-9E71-821BE0427F3D}" type="parTrans" cxnId="{AD739926-0E2A-450C-98D4-2A83326A0410}">
      <dgm:prSet/>
      <dgm:spPr/>
      <dgm:t>
        <a:bodyPr/>
        <a:lstStyle/>
        <a:p>
          <a:endParaRPr lang="es-MX" sz="1600"/>
        </a:p>
      </dgm:t>
    </dgm:pt>
    <dgm:pt modelId="{A82D6120-4972-4248-942D-DA9DC995B3C2}" type="sibTrans" cxnId="{AD739926-0E2A-450C-98D4-2A83326A0410}">
      <dgm:prSet custT="1"/>
      <dgm:spPr/>
      <dgm:t>
        <a:bodyPr/>
        <a:lstStyle/>
        <a:p>
          <a:endParaRPr lang="es-MX" sz="1600"/>
        </a:p>
      </dgm:t>
    </dgm:pt>
    <dgm:pt modelId="{AB6AC3AD-E8B2-438A-9BFF-EFA8452A0E9B}">
      <dgm:prSet phldrT="[Text]" custT="1"/>
      <dgm:spPr/>
      <dgm:t>
        <a:bodyPr/>
        <a:lstStyle/>
        <a:p>
          <a:r>
            <a:rPr lang="es-MX" sz="1600" dirty="0"/>
            <a:t>Ejecutamos comandos de GIT para actualizar el código en el repositorio remoto </a:t>
          </a:r>
        </a:p>
      </dgm:t>
    </dgm:pt>
    <dgm:pt modelId="{37A0F6AA-7510-4EF9-925A-4108A4C9A65F}" type="parTrans" cxnId="{5249783C-98DA-4AFC-8D84-AA97C5CC64C1}">
      <dgm:prSet/>
      <dgm:spPr/>
      <dgm:t>
        <a:bodyPr/>
        <a:lstStyle/>
        <a:p>
          <a:endParaRPr lang="es-MX" sz="1600"/>
        </a:p>
      </dgm:t>
    </dgm:pt>
    <dgm:pt modelId="{BF7DE450-F510-4B9A-88A9-3AE51BBDEB54}" type="sibTrans" cxnId="{5249783C-98DA-4AFC-8D84-AA97C5CC64C1}">
      <dgm:prSet custT="1"/>
      <dgm:spPr/>
      <dgm:t>
        <a:bodyPr/>
        <a:lstStyle/>
        <a:p>
          <a:endParaRPr lang="es-MX" sz="1600"/>
        </a:p>
      </dgm:t>
    </dgm:pt>
    <dgm:pt modelId="{F6DBBE1B-10E4-4CDE-B980-66B0076D5EC5}">
      <dgm:prSet phldrT="[Text]" custT="1"/>
      <dgm:spPr/>
      <dgm:t>
        <a:bodyPr/>
        <a:lstStyle/>
        <a:p>
          <a:r>
            <a:rPr lang="es-MX" sz="1600" dirty="0"/>
            <a:t>Ingresamos al repositorio local de código </a:t>
          </a:r>
        </a:p>
      </dgm:t>
    </dgm:pt>
    <dgm:pt modelId="{827896BA-4BD7-4C02-B473-949D8845A1D1}" type="parTrans" cxnId="{CD54F998-E11A-4433-A5D2-2CF53F483FE7}">
      <dgm:prSet/>
      <dgm:spPr/>
      <dgm:t>
        <a:bodyPr/>
        <a:lstStyle/>
        <a:p>
          <a:endParaRPr lang="es-MX" sz="1600"/>
        </a:p>
      </dgm:t>
    </dgm:pt>
    <dgm:pt modelId="{97EEB82A-C8F9-415F-AD3D-5557252F3341}" type="sibTrans" cxnId="{CD54F998-E11A-4433-A5D2-2CF53F483FE7}">
      <dgm:prSet custT="1"/>
      <dgm:spPr/>
      <dgm:t>
        <a:bodyPr/>
        <a:lstStyle/>
        <a:p>
          <a:endParaRPr lang="es-MX" sz="1600"/>
        </a:p>
      </dgm:t>
    </dgm:pt>
    <dgm:pt modelId="{D93CD83C-E9DF-47D2-9D57-2906A90C245B}" type="pres">
      <dgm:prSet presAssocID="{2B3C0CF4-3E8B-4B31-A0B0-688BEB40E73D}" presName="diagram" presStyleCnt="0">
        <dgm:presLayoutVars>
          <dgm:dir/>
          <dgm:resizeHandles val="exact"/>
        </dgm:presLayoutVars>
      </dgm:prSet>
      <dgm:spPr/>
    </dgm:pt>
    <dgm:pt modelId="{4A3E02B7-FD06-4130-9172-A58A862C8DD1}" type="pres">
      <dgm:prSet presAssocID="{F6DBBE1B-10E4-4CDE-B980-66B0076D5EC5}" presName="node" presStyleLbl="node1" presStyleIdx="0" presStyleCnt="5">
        <dgm:presLayoutVars>
          <dgm:bulletEnabled val="1"/>
        </dgm:presLayoutVars>
      </dgm:prSet>
      <dgm:spPr/>
    </dgm:pt>
    <dgm:pt modelId="{80E56E50-E53F-45AF-8E9F-705D35D30AFB}" type="pres">
      <dgm:prSet presAssocID="{97EEB82A-C8F9-415F-AD3D-5557252F3341}" presName="sibTrans" presStyleLbl="sibTrans2D1" presStyleIdx="0" presStyleCnt="4"/>
      <dgm:spPr/>
    </dgm:pt>
    <dgm:pt modelId="{AFA064F1-47C1-461D-93DA-04594F655981}" type="pres">
      <dgm:prSet presAssocID="{97EEB82A-C8F9-415F-AD3D-5557252F3341}" presName="connectorText" presStyleLbl="sibTrans2D1" presStyleIdx="0" presStyleCnt="4"/>
      <dgm:spPr/>
    </dgm:pt>
    <dgm:pt modelId="{123CCC02-B0AE-4BEC-A5FF-A67F765C9FED}" type="pres">
      <dgm:prSet presAssocID="{AF385CC7-B3AE-4804-85DF-AE149BA0AC42}" presName="node" presStyleLbl="node1" presStyleIdx="1" presStyleCnt="5">
        <dgm:presLayoutVars>
          <dgm:bulletEnabled val="1"/>
        </dgm:presLayoutVars>
      </dgm:prSet>
      <dgm:spPr/>
    </dgm:pt>
    <dgm:pt modelId="{EE528065-11C3-42B3-A971-D0E297224ACB}" type="pres">
      <dgm:prSet presAssocID="{D0E0CA13-0B08-407A-BC00-6739637BB631}" presName="sibTrans" presStyleLbl="sibTrans2D1" presStyleIdx="1" presStyleCnt="4"/>
      <dgm:spPr/>
    </dgm:pt>
    <dgm:pt modelId="{5A619261-4490-4F37-B67A-2E28AAD56C77}" type="pres">
      <dgm:prSet presAssocID="{D0E0CA13-0B08-407A-BC00-6739637BB631}" presName="connectorText" presStyleLbl="sibTrans2D1" presStyleIdx="1" presStyleCnt="4"/>
      <dgm:spPr/>
    </dgm:pt>
    <dgm:pt modelId="{6E791FA4-8D02-4458-847D-9A5ED716FFA1}" type="pres">
      <dgm:prSet presAssocID="{7A7CDEC5-E268-4B06-8B43-FB239AB11244}" presName="node" presStyleLbl="node1" presStyleIdx="2" presStyleCnt="5">
        <dgm:presLayoutVars>
          <dgm:bulletEnabled val="1"/>
        </dgm:presLayoutVars>
      </dgm:prSet>
      <dgm:spPr/>
    </dgm:pt>
    <dgm:pt modelId="{8602CC58-7576-409F-AD34-581104778E24}" type="pres">
      <dgm:prSet presAssocID="{726EC488-AE91-4220-B07A-87A08A635A9D}" presName="sibTrans" presStyleLbl="sibTrans2D1" presStyleIdx="2" presStyleCnt="4"/>
      <dgm:spPr/>
    </dgm:pt>
    <dgm:pt modelId="{A7BFD10D-22AE-4A69-9346-7C023D8FDF7D}" type="pres">
      <dgm:prSet presAssocID="{726EC488-AE91-4220-B07A-87A08A635A9D}" presName="connectorText" presStyleLbl="sibTrans2D1" presStyleIdx="2" presStyleCnt="4"/>
      <dgm:spPr/>
    </dgm:pt>
    <dgm:pt modelId="{6BCD2F99-48E7-4B50-A6F2-8FEE5F8C1912}" type="pres">
      <dgm:prSet presAssocID="{DDA522D0-D596-4471-8452-53E1DDE15759}" presName="node" presStyleLbl="node1" presStyleIdx="3" presStyleCnt="5">
        <dgm:presLayoutVars>
          <dgm:bulletEnabled val="1"/>
        </dgm:presLayoutVars>
      </dgm:prSet>
      <dgm:spPr/>
    </dgm:pt>
    <dgm:pt modelId="{65ABB6C9-42FD-4BBF-ACE2-588DDE43F1C2}" type="pres">
      <dgm:prSet presAssocID="{A82D6120-4972-4248-942D-DA9DC995B3C2}" presName="sibTrans" presStyleLbl="sibTrans2D1" presStyleIdx="3" presStyleCnt="4"/>
      <dgm:spPr/>
    </dgm:pt>
    <dgm:pt modelId="{DCFFDA2A-6153-4152-A7DD-13C34A30DEC8}" type="pres">
      <dgm:prSet presAssocID="{A82D6120-4972-4248-942D-DA9DC995B3C2}" presName="connectorText" presStyleLbl="sibTrans2D1" presStyleIdx="3" presStyleCnt="4"/>
      <dgm:spPr/>
    </dgm:pt>
    <dgm:pt modelId="{E36338D8-54DA-4CEF-AD97-AB52716C6BE1}" type="pres">
      <dgm:prSet presAssocID="{AB6AC3AD-E8B2-438A-9BFF-EFA8452A0E9B}" presName="node" presStyleLbl="node1" presStyleIdx="4" presStyleCnt="5">
        <dgm:presLayoutVars>
          <dgm:bulletEnabled val="1"/>
        </dgm:presLayoutVars>
      </dgm:prSet>
      <dgm:spPr/>
    </dgm:pt>
  </dgm:ptLst>
  <dgm:cxnLst>
    <dgm:cxn modelId="{CA20D808-F151-4602-B0C1-834AC9A670DB}" type="presOf" srcId="{D0E0CA13-0B08-407A-BC00-6739637BB631}" destId="{5A619261-4490-4F37-B67A-2E28AAD56C77}" srcOrd="1" destOrd="0" presId="urn:microsoft.com/office/officeart/2005/8/layout/process5"/>
    <dgm:cxn modelId="{F104E616-D6F9-44CC-9042-78611E7E5904}" type="presOf" srcId="{AB6AC3AD-E8B2-438A-9BFF-EFA8452A0E9B}" destId="{E36338D8-54DA-4CEF-AD97-AB52716C6BE1}" srcOrd="0" destOrd="0" presId="urn:microsoft.com/office/officeart/2005/8/layout/process5"/>
    <dgm:cxn modelId="{AD739926-0E2A-450C-98D4-2A83326A0410}" srcId="{2B3C0CF4-3E8B-4B31-A0B0-688BEB40E73D}" destId="{DDA522D0-D596-4471-8452-53E1DDE15759}" srcOrd="3" destOrd="0" parTransId="{D3CAE185-5C51-4D61-9E71-821BE0427F3D}" sibTransId="{A82D6120-4972-4248-942D-DA9DC995B3C2}"/>
    <dgm:cxn modelId="{27EC8E35-A439-46F6-A3E9-E5B69A4EC50D}" srcId="{2B3C0CF4-3E8B-4B31-A0B0-688BEB40E73D}" destId="{7A7CDEC5-E268-4B06-8B43-FB239AB11244}" srcOrd="2" destOrd="0" parTransId="{A7E78B6C-AF09-4011-B830-BB1E59D34370}" sibTransId="{726EC488-AE91-4220-B07A-87A08A635A9D}"/>
    <dgm:cxn modelId="{5249783C-98DA-4AFC-8D84-AA97C5CC64C1}" srcId="{2B3C0CF4-3E8B-4B31-A0B0-688BEB40E73D}" destId="{AB6AC3AD-E8B2-438A-9BFF-EFA8452A0E9B}" srcOrd="4" destOrd="0" parTransId="{37A0F6AA-7510-4EF9-925A-4108A4C9A65F}" sibTransId="{BF7DE450-F510-4B9A-88A9-3AE51BBDEB54}"/>
    <dgm:cxn modelId="{79983E61-E468-4492-A6EC-DEDCFD975581}" type="presOf" srcId="{2B3C0CF4-3E8B-4B31-A0B0-688BEB40E73D}" destId="{D93CD83C-E9DF-47D2-9D57-2906A90C245B}" srcOrd="0" destOrd="0" presId="urn:microsoft.com/office/officeart/2005/8/layout/process5"/>
    <dgm:cxn modelId="{6E129861-BFAF-4FAD-84E6-53C466E5393D}" type="presOf" srcId="{F6DBBE1B-10E4-4CDE-B980-66B0076D5EC5}" destId="{4A3E02B7-FD06-4130-9172-A58A862C8DD1}" srcOrd="0" destOrd="0" presId="urn:microsoft.com/office/officeart/2005/8/layout/process5"/>
    <dgm:cxn modelId="{5C17BB69-18C0-4543-A7DE-C8BD87A83C2F}" type="presOf" srcId="{97EEB82A-C8F9-415F-AD3D-5557252F3341}" destId="{AFA064F1-47C1-461D-93DA-04594F655981}" srcOrd="1" destOrd="0" presId="urn:microsoft.com/office/officeart/2005/8/layout/process5"/>
    <dgm:cxn modelId="{53EF1F6C-FC97-4471-9852-5FB462BC45C8}" type="presOf" srcId="{DDA522D0-D596-4471-8452-53E1DDE15759}" destId="{6BCD2F99-48E7-4B50-A6F2-8FEE5F8C1912}" srcOrd="0" destOrd="0" presId="urn:microsoft.com/office/officeart/2005/8/layout/process5"/>
    <dgm:cxn modelId="{848EC576-C867-4F00-9CEB-4343958621AF}" type="presOf" srcId="{7A7CDEC5-E268-4B06-8B43-FB239AB11244}" destId="{6E791FA4-8D02-4458-847D-9A5ED716FFA1}" srcOrd="0" destOrd="0" presId="urn:microsoft.com/office/officeart/2005/8/layout/process5"/>
    <dgm:cxn modelId="{AF116679-CE83-452B-A1B2-0A09E8AB6EA9}" srcId="{2B3C0CF4-3E8B-4B31-A0B0-688BEB40E73D}" destId="{AF385CC7-B3AE-4804-85DF-AE149BA0AC42}" srcOrd="1" destOrd="0" parTransId="{43D7D96E-1BC1-4992-9F80-E24F76628E8D}" sibTransId="{D0E0CA13-0B08-407A-BC00-6739637BB631}"/>
    <dgm:cxn modelId="{58A5D282-19CE-4C40-9336-3A7BA1F74044}" type="presOf" srcId="{726EC488-AE91-4220-B07A-87A08A635A9D}" destId="{A7BFD10D-22AE-4A69-9346-7C023D8FDF7D}" srcOrd="1" destOrd="0" presId="urn:microsoft.com/office/officeart/2005/8/layout/process5"/>
    <dgm:cxn modelId="{CD54F998-E11A-4433-A5D2-2CF53F483FE7}" srcId="{2B3C0CF4-3E8B-4B31-A0B0-688BEB40E73D}" destId="{F6DBBE1B-10E4-4CDE-B980-66B0076D5EC5}" srcOrd="0" destOrd="0" parTransId="{827896BA-4BD7-4C02-B473-949D8845A1D1}" sibTransId="{97EEB82A-C8F9-415F-AD3D-5557252F3341}"/>
    <dgm:cxn modelId="{B38617A6-B270-4923-814E-23A2C23BF334}" type="presOf" srcId="{A82D6120-4972-4248-942D-DA9DC995B3C2}" destId="{DCFFDA2A-6153-4152-A7DD-13C34A30DEC8}" srcOrd="1" destOrd="0" presId="urn:microsoft.com/office/officeart/2005/8/layout/process5"/>
    <dgm:cxn modelId="{F78D01D4-B8DA-4E54-BC89-9E9407C0C43D}" type="presOf" srcId="{AF385CC7-B3AE-4804-85DF-AE149BA0AC42}" destId="{123CCC02-B0AE-4BEC-A5FF-A67F765C9FED}" srcOrd="0" destOrd="0" presId="urn:microsoft.com/office/officeart/2005/8/layout/process5"/>
    <dgm:cxn modelId="{B8F326DD-9489-4EA6-89CA-135C84EDCEA6}" type="presOf" srcId="{726EC488-AE91-4220-B07A-87A08A635A9D}" destId="{8602CC58-7576-409F-AD34-581104778E24}" srcOrd="0" destOrd="0" presId="urn:microsoft.com/office/officeart/2005/8/layout/process5"/>
    <dgm:cxn modelId="{35B2AAEF-365C-4361-B36B-6F51AAD48F1D}" type="presOf" srcId="{A82D6120-4972-4248-942D-DA9DC995B3C2}" destId="{65ABB6C9-42FD-4BBF-ACE2-588DDE43F1C2}" srcOrd="0" destOrd="0" presId="urn:microsoft.com/office/officeart/2005/8/layout/process5"/>
    <dgm:cxn modelId="{90A48BF0-6305-4085-B1D0-7FF38FD99667}" type="presOf" srcId="{97EEB82A-C8F9-415F-AD3D-5557252F3341}" destId="{80E56E50-E53F-45AF-8E9F-705D35D30AFB}" srcOrd="0" destOrd="0" presId="urn:microsoft.com/office/officeart/2005/8/layout/process5"/>
    <dgm:cxn modelId="{8E1054FA-DBFC-43F6-AD02-34125A44E881}" type="presOf" srcId="{D0E0CA13-0B08-407A-BC00-6739637BB631}" destId="{EE528065-11C3-42B3-A971-D0E297224ACB}" srcOrd="0" destOrd="0" presId="urn:microsoft.com/office/officeart/2005/8/layout/process5"/>
    <dgm:cxn modelId="{B2C0D875-1F43-47E6-A300-B0E2D5051BEA}" type="presParOf" srcId="{D93CD83C-E9DF-47D2-9D57-2906A90C245B}" destId="{4A3E02B7-FD06-4130-9172-A58A862C8DD1}" srcOrd="0" destOrd="0" presId="urn:microsoft.com/office/officeart/2005/8/layout/process5"/>
    <dgm:cxn modelId="{DEE4B1CD-DA96-473C-BF7F-5CF498FB3AAD}" type="presParOf" srcId="{D93CD83C-E9DF-47D2-9D57-2906A90C245B}" destId="{80E56E50-E53F-45AF-8E9F-705D35D30AFB}" srcOrd="1" destOrd="0" presId="urn:microsoft.com/office/officeart/2005/8/layout/process5"/>
    <dgm:cxn modelId="{94CC1C40-175A-4842-B019-AC7C041B5793}" type="presParOf" srcId="{80E56E50-E53F-45AF-8E9F-705D35D30AFB}" destId="{AFA064F1-47C1-461D-93DA-04594F655981}" srcOrd="0" destOrd="0" presId="urn:microsoft.com/office/officeart/2005/8/layout/process5"/>
    <dgm:cxn modelId="{BB8B2820-0E1A-4B31-9FF8-BB421A96BA47}" type="presParOf" srcId="{D93CD83C-E9DF-47D2-9D57-2906A90C245B}" destId="{123CCC02-B0AE-4BEC-A5FF-A67F765C9FED}" srcOrd="2" destOrd="0" presId="urn:microsoft.com/office/officeart/2005/8/layout/process5"/>
    <dgm:cxn modelId="{EC047CE9-6FD6-4932-8625-3DCEA8A65153}" type="presParOf" srcId="{D93CD83C-E9DF-47D2-9D57-2906A90C245B}" destId="{EE528065-11C3-42B3-A971-D0E297224ACB}" srcOrd="3" destOrd="0" presId="urn:microsoft.com/office/officeart/2005/8/layout/process5"/>
    <dgm:cxn modelId="{979A80A0-A860-458F-AFE0-216748615A16}" type="presParOf" srcId="{EE528065-11C3-42B3-A971-D0E297224ACB}" destId="{5A619261-4490-4F37-B67A-2E28AAD56C77}" srcOrd="0" destOrd="0" presId="urn:microsoft.com/office/officeart/2005/8/layout/process5"/>
    <dgm:cxn modelId="{8E423869-E1BC-4B0A-B079-F50DD919181F}" type="presParOf" srcId="{D93CD83C-E9DF-47D2-9D57-2906A90C245B}" destId="{6E791FA4-8D02-4458-847D-9A5ED716FFA1}" srcOrd="4" destOrd="0" presId="urn:microsoft.com/office/officeart/2005/8/layout/process5"/>
    <dgm:cxn modelId="{5BF0F200-E47E-4FFB-B90F-61CC61C16F57}" type="presParOf" srcId="{D93CD83C-E9DF-47D2-9D57-2906A90C245B}" destId="{8602CC58-7576-409F-AD34-581104778E24}" srcOrd="5" destOrd="0" presId="urn:microsoft.com/office/officeart/2005/8/layout/process5"/>
    <dgm:cxn modelId="{DF65E5BE-B98F-4DFF-A887-63B67A25BC74}" type="presParOf" srcId="{8602CC58-7576-409F-AD34-581104778E24}" destId="{A7BFD10D-22AE-4A69-9346-7C023D8FDF7D}" srcOrd="0" destOrd="0" presId="urn:microsoft.com/office/officeart/2005/8/layout/process5"/>
    <dgm:cxn modelId="{DE6E28E2-B956-43A0-BD95-455237645637}" type="presParOf" srcId="{D93CD83C-E9DF-47D2-9D57-2906A90C245B}" destId="{6BCD2F99-48E7-4B50-A6F2-8FEE5F8C1912}" srcOrd="6" destOrd="0" presId="urn:microsoft.com/office/officeart/2005/8/layout/process5"/>
    <dgm:cxn modelId="{F9DE415A-E561-4E3D-9757-4BBABE4FAE1A}" type="presParOf" srcId="{D93CD83C-E9DF-47D2-9D57-2906A90C245B}" destId="{65ABB6C9-42FD-4BBF-ACE2-588DDE43F1C2}" srcOrd="7" destOrd="0" presId="urn:microsoft.com/office/officeart/2005/8/layout/process5"/>
    <dgm:cxn modelId="{48DF1B69-3F4D-413B-97ED-193A83B5292A}" type="presParOf" srcId="{65ABB6C9-42FD-4BBF-ACE2-588DDE43F1C2}" destId="{DCFFDA2A-6153-4152-A7DD-13C34A30DEC8}" srcOrd="0" destOrd="0" presId="urn:microsoft.com/office/officeart/2005/8/layout/process5"/>
    <dgm:cxn modelId="{37170946-BE6C-400C-B0BE-A1562B2B907A}" type="presParOf" srcId="{D93CD83C-E9DF-47D2-9D57-2906A90C245B}" destId="{E36338D8-54DA-4CEF-AD97-AB52716C6BE1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3C0CF4-3E8B-4B31-A0B0-688BEB40E73D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</dgm:pt>
    <dgm:pt modelId="{AF385CC7-B3AE-4804-85DF-AE149BA0AC42}">
      <dgm:prSet phldrT="[Text]" custT="1"/>
      <dgm:spPr/>
      <dgm:t>
        <a:bodyPr/>
        <a:lstStyle/>
        <a:p>
          <a:r>
            <a:rPr lang="es-MX" sz="1600" dirty="0"/>
            <a:t>Realizamos la configuración de los servicios</a:t>
          </a:r>
        </a:p>
      </dgm:t>
    </dgm:pt>
    <dgm:pt modelId="{43D7D96E-1BC1-4992-9F80-E24F76628E8D}" type="parTrans" cxnId="{AF116679-CE83-452B-A1B2-0A09E8AB6EA9}">
      <dgm:prSet/>
      <dgm:spPr/>
      <dgm:t>
        <a:bodyPr/>
        <a:lstStyle/>
        <a:p>
          <a:endParaRPr lang="es-MX" sz="1600"/>
        </a:p>
      </dgm:t>
    </dgm:pt>
    <dgm:pt modelId="{D0E0CA13-0B08-407A-BC00-6739637BB631}" type="sibTrans" cxnId="{AF116679-CE83-452B-A1B2-0A09E8AB6EA9}">
      <dgm:prSet custT="1"/>
      <dgm:spPr/>
      <dgm:t>
        <a:bodyPr/>
        <a:lstStyle/>
        <a:p>
          <a:endParaRPr lang="es-MX" sz="1600"/>
        </a:p>
      </dgm:t>
    </dgm:pt>
    <dgm:pt modelId="{7A7CDEC5-E268-4B06-8B43-FB239AB11244}">
      <dgm:prSet phldrT="[Text]" custT="1"/>
      <dgm:spPr/>
      <dgm:t>
        <a:bodyPr/>
        <a:lstStyle/>
        <a:p>
          <a:r>
            <a:rPr lang="es-MX" sz="1600" dirty="0"/>
            <a:t>Instalamos paquetes o actualizaciones</a:t>
          </a:r>
        </a:p>
      </dgm:t>
    </dgm:pt>
    <dgm:pt modelId="{A7E78B6C-AF09-4011-B830-BB1E59D34370}" type="parTrans" cxnId="{27EC8E35-A439-46F6-A3E9-E5B69A4EC50D}">
      <dgm:prSet/>
      <dgm:spPr/>
      <dgm:t>
        <a:bodyPr/>
        <a:lstStyle/>
        <a:p>
          <a:endParaRPr lang="es-MX" sz="1600"/>
        </a:p>
      </dgm:t>
    </dgm:pt>
    <dgm:pt modelId="{726EC488-AE91-4220-B07A-87A08A635A9D}" type="sibTrans" cxnId="{27EC8E35-A439-46F6-A3E9-E5B69A4EC50D}">
      <dgm:prSet custT="1"/>
      <dgm:spPr/>
      <dgm:t>
        <a:bodyPr/>
        <a:lstStyle/>
        <a:p>
          <a:endParaRPr lang="es-MX" sz="1600"/>
        </a:p>
      </dgm:t>
    </dgm:pt>
    <dgm:pt modelId="{DDA522D0-D596-4471-8452-53E1DDE15759}">
      <dgm:prSet phldrT="[Text]" custT="1"/>
      <dgm:spPr/>
      <dgm:t>
        <a:bodyPr/>
        <a:lstStyle/>
        <a:p>
          <a:r>
            <a:rPr lang="es-MX" sz="1600" dirty="0"/>
            <a:t>Incorporamos o eliminamos componentes</a:t>
          </a:r>
        </a:p>
      </dgm:t>
    </dgm:pt>
    <dgm:pt modelId="{D3CAE185-5C51-4D61-9E71-821BE0427F3D}" type="parTrans" cxnId="{AD739926-0E2A-450C-98D4-2A83326A0410}">
      <dgm:prSet/>
      <dgm:spPr/>
      <dgm:t>
        <a:bodyPr/>
        <a:lstStyle/>
        <a:p>
          <a:endParaRPr lang="es-MX" sz="1600"/>
        </a:p>
      </dgm:t>
    </dgm:pt>
    <dgm:pt modelId="{A82D6120-4972-4248-942D-DA9DC995B3C2}" type="sibTrans" cxnId="{AD739926-0E2A-450C-98D4-2A83326A0410}">
      <dgm:prSet custT="1"/>
      <dgm:spPr/>
      <dgm:t>
        <a:bodyPr/>
        <a:lstStyle/>
        <a:p>
          <a:endParaRPr lang="es-MX" sz="1600"/>
        </a:p>
      </dgm:t>
    </dgm:pt>
    <dgm:pt modelId="{AB6AC3AD-E8B2-438A-9BFF-EFA8452A0E9B}">
      <dgm:prSet phldrT="[Text]" custT="1"/>
      <dgm:spPr/>
      <dgm:t>
        <a:bodyPr/>
        <a:lstStyle/>
        <a:p>
          <a:r>
            <a:rPr lang="es-MX" sz="1600" dirty="0"/>
            <a:t>Actualizamos la documentación del ambiente</a:t>
          </a:r>
        </a:p>
      </dgm:t>
    </dgm:pt>
    <dgm:pt modelId="{37A0F6AA-7510-4EF9-925A-4108A4C9A65F}" type="parTrans" cxnId="{5249783C-98DA-4AFC-8D84-AA97C5CC64C1}">
      <dgm:prSet/>
      <dgm:spPr/>
      <dgm:t>
        <a:bodyPr/>
        <a:lstStyle/>
        <a:p>
          <a:endParaRPr lang="es-MX" sz="1600"/>
        </a:p>
      </dgm:t>
    </dgm:pt>
    <dgm:pt modelId="{BF7DE450-F510-4B9A-88A9-3AE51BBDEB54}" type="sibTrans" cxnId="{5249783C-98DA-4AFC-8D84-AA97C5CC64C1}">
      <dgm:prSet custT="1"/>
      <dgm:spPr/>
      <dgm:t>
        <a:bodyPr/>
        <a:lstStyle/>
        <a:p>
          <a:endParaRPr lang="es-MX" sz="1600"/>
        </a:p>
      </dgm:t>
    </dgm:pt>
    <dgm:pt modelId="{F6DBBE1B-10E4-4CDE-B980-66B0076D5EC5}">
      <dgm:prSet phldrT="[Text]" custT="1"/>
      <dgm:spPr/>
      <dgm:t>
        <a:bodyPr/>
        <a:lstStyle/>
        <a:p>
          <a:r>
            <a:rPr lang="es-MX" sz="1600" dirty="0"/>
            <a:t>Ingresamos al servicio o componente del ambiente de desarrollo</a:t>
          </a:r>
        </a:p>
      </dgm:t>
    </dgm:pt>
    <dgm:pt modelId="{827896BA-4BD7-4C02-B473-949D8845A1D1}" type="parTrans" cxnId="{CD54F998-E11A-4433-A5D2-2CF53F483FE7}">
      <dgm:prSet/>
      <dgm:spPr/>
      <dgm:t>
        <a:bodyPr/>
        <a:lstStyle/>
        <a:p>
          <a:endParaRPr lang="es-MX" sz="1600"/>
        </a:p>
      </dgm:t>
    </dgm:pt>
    <dgm:pt modelId="{97EEB82A-C8F9-415F-AD3D-5557252F3341}" type="sibTrans" cxnId="{CD54F998-E11A-4433-A5D2-2CF53F483FE7}">
      <dgm:prSet custT="1"/>
      <dgm:spPr/>
      <dgm:t>
        <a:bodyPr/>
        <a:lstStyle/>
        <a:p>
          <a:endParaRPr lang="es-MX" sz="1600"/>
        </a:p>
      </dgm:t>
    </dgm:pt>
    <dgm:pt modelId="{D93CD83C-E9DF-47D2-9D57-2906A90C245B}" type="pres">
      <dgm:prSet presAssocID="{2B3C0CF4-3E8B-4B31-A0B0-688BEB40E73D}" presName="diagram" presStyleCnt="0">
        <dgm:presLayoutVars>
          <dgm:dir/>
          <dgm:resizeHandles val="exact"/>
        </dgm:presLayoutVars>
      </dgm:prSet>
      <dgm:spPr/>
    </dgm:pt>
    <dgm:pt modelId="{4A3E02B7-FD06-4130-9172-A58A862C8DD1}" type="pres">
      <dgm:prSet presAssocID="{F6DBBE1B-10E4-4CDE-B980-66B0076D5EC5}" presName="node" presStyleLbl="node1" presStyleIdx="0" presStyleCnt="5">
        <dgm:presLayoutVars>
          <dgm:bulletEnabled val="1"/>
        </dgm:presLayoutVars>
      </dgm:prSet>
      <dgm:spPr/>
    </dgm:pt>
    <dgm:pt modelId="{80E56E50-E53F-45AF-8E9F-705D35D30AFB}" type="pres">
      <dgm:prSet presAssocID="{97EEB82A-C8F9-415F-AD3D-5557252F3341}" presName="sibTrans" presStyleLbl="sibTrans2D1" presStyleIdx="0" presStyleCnt="4"/>
      <dgm:spPr/>
    </dgm:pt>
    <dgm:pt modelId="{AFA064F1-47C1-461D-93DA-04594F655981}" type="pres">
      <dgm:prSet presAssocID="{97EEB82A-C8F9-415F-AD3D-5557252F3341}" presName="connectorText" presStyleLbl="sibTrans2D1" presStyleIdx="0" presStyleCnt="4"/>
      <dgm:spPr/>
    </dgm:pt>
    <dgm:pt modelId="{123CCC02-B0AE-4BEC-A5FF-A67F765C9FED}" type="pres">
      <dgm:prSet presAssocID="{AF385CC7-B3AE-4804-85DF-AE149BA0AC42}" presName="node" presStyleLbl="node1" presStyleIdx="1" presStyleCnt="5">
        <dgm:presLayoutVars>
          <dgm:bulletEnabled val="1"/>
        </dgm:presLayoutVars>
      </dgm:prSet>
      <dgm:spPr/>
    </dgm:pt>
    <dgm:pt modelId="{EE528065-11C3-42B3-A971-D0E297224ACB}" type="pres">
      <dgm:prSet presAssocID="{D0E0CA13-0B08-407A-BC00-6739637BB631}" presName="sibTrans" presStyleLbl="sibTrans2D1" presStyleIdx="1" presStyleCnt="4"/>
      <dgm:spPr/>
    </dgm:pt>
    <dgm:pt modelId="{5A619261-4490-4F37-B67A-2E28AAD56C77}" type="pres">
      <dgm:prSet presAssocID="{D0E0CA13-0B08-407A-BC00-6739637BB631}" presName="connectorText" presStyleLbl="sibTrans2D1" presStyleIdx="1" presStyleCnt="4"/>
      <dgm:spPr/>
    </dgm:pt>
    <dgm:pt modelId="{6E791FA4-8D02-4458-847D-9A5ED716FFA1}" type="pres">
      <dgm:prSet presAssocID="{7A7CDEC5-E268-4B06-8B43-FB239AB11244}" presName="node" presStyleLbl="node1" presStyleIdx="2" presStyleCnt="5">
        <dgm:presLayoutVars>
          <dgm:bulletEnabled val="1"/>
        </dgm:presLayoutVars>
      </dgm:prSet>
      <dgm:spPr/>
    </dgm:pt>
    <dgm:pt modelId="{8602CC58-7576-409F-AD34-581104778E24}" type="pres">
      <dgm:prSet presAssocID="{726EC488-AE91-4220-B07A-87A08A635A9D}" presName="sibTrans" presStyleLbl="sibTrans2D1" presStyleIdx="2" presStyleCnt="4"/>
      <dgm:spPr/>
    </dgm:pt>
    <dgm:pt modelId="{A7BFD10D-22AE-4A69-9346-7C023D8FDF7D}" type="pres">
      <dgm:prSet presAssocID="{726EC488-AE91-4220-B07A-87A08A635A9D}" presName="connectorText" presStyleLbl="sibTrans2D1" presStyleIdx="2" presStyleCnt="4"/>
      <dgm:spPr/>
    </dgm:pt>
    <dgm:pt modelId="{6BCD2F99-48E7-4B50-A6F2-8FEE5F8C1912}" type="pres">
      <dgm:prSet presAssocID="{DDA522D0-D596-4471-8452-53E1DDE15759}" presName="node" presStyleLbl="node1" presStyleIdx="3" presStyleCnt="5">
        <dgm:presLayoutVars>
          <dgm:bulletEnabled val="1"/>
        </dgm:presLayoutVars>
      </dgm:prSet>
      <dgm:spPr/>
    </dgm:pt>
    <dgm:pt modelId="{65ABB6C9-42FD-4BBF-ACE2-588DDE43F1C2}" type="pres">
      <dgm:prSet presAssocID="{A82D6120-4972-4248-942D-DA9DC995B3C2}" presName="sibTrans" presStyleLbl="sibTrans2D1" presStyleIdx="3" presStyleCnt="4"/>
      <dgm:spPr/>
    </dgm:pt>
    <dgm:pt modelId="{DCFFDA2A-6153-4152-A7DD-13C34A30DEC8}" type="pres">
      <dgm:prSet presAssocID="{A82D6120-4972-4248-942D-DA9DC995B3C2}" presName="connectorText" presStyleLbl="sibTrans2D1" presStyleIdx="3" presStyleCnt="4"/>
      <dgm:spPr/>
    </dgm:pt>
    <dgm:pt modelId="{E36338D8-54DA-4CEF-AD97-AB52716C6BE1}" type="pres">
      <dgm:prSet presAssocID="{AB6AC3AD-E8B2-438A-9BFF-EFA8452A0E9B}" presName="node" presStyleLbl="node1" presStyleIdx="4" presStyleCnt="5">
        <dgm:presLayoutVars>
          <dgm:bulletEnabled val="1"/>
        </dgm:presLayoutVars>
      </dgm:prSet>
      <dgm:spPr/>
    </dgm:pt>
  </dgm:ptLst>
  <dgm:cxnLst>
    <dgm:cxn modelId="{CA20D808-F151-4602-B0C1-834AC9A670DB}" type="presOf" srcId="{D0E0CA13-0B08-407A-BC00-6739637BB631}" destId="{5A619261-4490-4F37-B67A-2E28AAD56C77}" srcOrd="1" destOrd="0" presId="urn:microsoft.com/office/officeart/2005/8/layout/process5"/>
    <dgm:cxn modelId="{F104E616-D6F9-44CC-9042-78611E7E5904}" type="presOf" srcId="{AB6AC3AD-E8B2-438A-9BFF-EFA8452A0E9B}" destId="{E36338D8-54DA-4CEF-AD97-AB52716C6BE1}" srcOrd="0" destOrd="0" presId="urn:microsoft.com/office/officeart/2005/8/layout/process5"/>
    <dgm:cxn modelId="{AD739926-0E2A-450C-98D4-2A83326A0410}" srcId="{2B3C0CF4-3E8B-4B31-A0B0-688BEB40E73D}" destId="{DDA522D0-D596-4471-8452-53E1DDE15759}" srcOrd="3" destOrd="0" parTransId="{D3CAE185-5C51-4D61-9E71-821BE0427F3D}" sibTransId="{A82D6120-4972-4248-942D-DA9DC995B3C2}"/>
    <dgm:cxn modelId="{27EC8E35-A439-46F6-A3E9-E5B69A4EC50D}" srcId="{2B3C0CF4-3E8B-4B31-A0B0-688BEB40E73D}" destId="{7A7CDEC5-E268-4B06-8B43-FB239AB11244}" srcOrd="2" destOrd="0" parTransId="{A7E78B6C-AF09-4011-B830-BB1E59D34370}" sibTransId="{726EC488-AE91-4220-B07A-87A08A635A9D}"/>
    <dgm:cxn modelId="{5249783C-98DA-4AFC-8D84-AA97C5CC64C1}" srcId="{2B3C0CF4-3E8B-4B31-A0B0-688BEB40E73D}" destId="{AB6AC3AD-E8B2-438A-9BFF-EFA8452A0E9B}" srcOrd="4" destOrd="0" parTransId="{37A0F6AA-7510-4EF9-925A-4108A4C9A65F}" sibTransId="{BF7DE450-F510-4B9A-88A9-3AE51BBDEB54}"/>
    <dgm:cxn modelId="{79983E61-E468-4492-A6EC-DEDCFD975581}" type="presOf" srcId="{2B3C0CF4-3E8B-4B31-A0B0-688BEB40E73D}" destId="{D93CD83C-E9DF-47D2-9D57-2906A90C245B}" srcOrd="0" destOrd="0" presId="urn:microsoft.com/office/officeart/2005/8/layout/process5"/>
    <dgm:cxn modelId="{6E129861-BFAF-4FAD-84E6-53C466E5393D}" type="presOf" srcId="{F6DBBE1B-10E4-4CDE-B980-66B0076D5EC5}" destId="{4A3E02B7-FD06-4130-9172-A58A862C8DD1}" srcOrd="0" destOrd="0" presId="urn:microsoft.com/office/officeart/2005/8/layout/process5"/>
    <dgm:cxn modelId="{5C17BB69-18C0-4543-A7DE-C8BD87A83C2F}" type="presOf" srcId="{97EEB82A-C8F9-415F-AD3D-5557252F3341}" destId="{AFA064F1-47C1-461D-93DA-04594F655981}" srcOrd="1" destOrd="0" presId="urn:microsoft.com/office/officeart/2005/8/layout/process5"/>
    <dgm:cxn modelId="{53EF1F6C-FC97-4471-9852-5FB462BC45C8}" type="presOf" srcId="{DDA522D0-D596-4471-8452-53E1DDE15759}" destId="{6BCD2F99-48E7-4B50-A6F2-8FEE5F8C1912}" srcOrd="0" destOrd="0" presId="urn:microsoft.com/office/officeart/2005/8/layout/process5"/>
    <dgm:cxn modelId="{848EC576-C867-4F00-9CEB-4343958621AF}" type="presOf" srcId="{7A7CDEC5-E268-4B06-8B43-FB239AB11244}" destId="{6E791FA4-8D02-4458-847D-9A5ED716FFA1}" srcOrd="0" destOrd="0" presId="urn:microsoft.com/office/officeart/2005/8/layout/process5"/>
    <dgm:cxn modelId="{AF116679-CE83-452B-A1B2-0A09E8AB6EA9}" srcId="{2B3C0CF4-3E8B-4B31-A0B0-688BEB40E73D}" destId="{AF385CC7-B3AE-4804-85DF-AE149BA0AC42}" srcOrd="1" destOrd="0" parTransId="{43D7D96E-1BC1-4992-9F80-E24F76628E8D}" sibTransId="{D0E0CA13-0B08-407A-BC00-6739637BB631}"/>
    <dgm:cxn modelId="{58A5D282-19CE-4C40-9336-3A7BA1F74044}" type="presOf" srcId="{726EC488-AE91-4220-B07A-87A08A635A9D}" destId="{A7BFD10D-22AE-4A69-9346-7C023D8FDF7D}" srcOrd="1" destOrd="0" presId="urn:microsoft.com/office/officeart/2005/8/layout/process5"/>
    <dgm:cxn modelId="{CD54F998-E11A-4433-A5D2-2CF53F483FE7}" srcId="{2B3C0CF4-3E8B-4B31-A0B0-688BEB40E73D}" destId="{F6DBBE1B-10E4-4CDE-B980-66B0076D5EC5}" srcOrd="0" destOrd="0" parTransId="{827896BA-4BD7-4C02-B473-949D8845A1D1}" sibTransId="{97EEB82A-C8F9-415F-AD3D-5557252F3341}"/>
    <dgm:cxn modelId="{B38617A6-B270-4923-814E-23A2C23BF334}" type="presOf" srcId="{A82D6120-4972-4248-942D-DA9DC995B3C2}" destId="{DCFFDA2A-6153-4152-A7DD-13C34A30DEC8}" srcOrd="1" destOrd="0" presId="urn:microsoft.com/office/officeart/2005/8/layout/process5"/>
    <dgm:cxn modelId="{F78D01D4-B8DA-4E54-BC89-9E9407C0C43D}" type="presOf" srcId="{AF385CC7-B3AE-4804-85DF-AE149BA0AC42}" destId="{123CCC02-B0AE-4BEC-A5FF-A67F765C9FED}" srcOrd="0" destOrd="0" presId="urn:microsoft.com/office/officeart/2005/8/layout/process5"/>
    <dgm:cxn modelId="{B8F326DD-9489-4EA6-89CA-135C84EDCEA6}" type="presOf" srcId="{726EC488-AE91-4220-B07A-87A08A635A9D}" destId="{8602CC58-7576-409F-AD34-581104778E24}" srcOrd="0" destOrd="0" presId="urn:microsoft.com/office/officeart/2005/8/layout/process5"/>
    <dgm:cxn modelId="{35B2AAEF-365C-4361-B36B-6F51AAD48F1D}" type="presOf" srcId="{A82D6120-4972-4248-942D-DA9DC995B3C2}" destId="{65ABB6C9-42FD-4BBF-ACE2-588DDE43F1C2}" srcOrd="0" destOrd="0" presId="urn:microsoft.com/office/officeart/2005/8/layout/process5"/>
    <dgm:cxn modelId="{90A48BF0-6305-4085-B1D0-7FF38FD99667}" type="presOf" srcId="{97EEB82A-C8F9-415F-AD3D-5557252F3341}" destId="{80E56E50-E53F-45AF-8E9F-705D35D30AFB}" srcOrd="0" destOrd="0" presId="urn:microsoft.com/office/officeart/2005/8/layout/process5"/>
    <dgm:cxn modelId="{8E1054FA-DBFC-43F6-AD02-34125A44E881}" type="presOf" srcId="{D0E0CA13-0B08-407A-BC00-6739637BB631}" destId="{EE528065-11C3-42B3-A971-D0E297224ACB}" srcOrd="0" destOrd="0" presId="urn:microsoft.com/office/officeart/2005/8/layout/process5"/>
    <dgm:cxn modelId="{B2C0D875-1F43-47E6-A300-B0E2D5051BEA}" type="presParOf" srcId="{D93CD83C-E9DF-47D2-9D57-2906A90C245B}" destId="{4A3E02B7-FD06-4130-9172-A58A862C8DD1}" srcOrd="0" destOrd="0" presId="urn:microsoft.com/office/officeart/2005/8/layout/process5"/>
    <dgm:cxn modelId="{DEE4B1CD-DA96-473C-BF7F-5CF498FB3AAD}" type="presParOf" srcId="{D93CD83C-E9DF-47D2-9D57-2906A90C245B}" destId="{80E56E50-E53F-45AF-8E9F-705D35D30AFB}" srcOrd="1" destOrd="0" presId="urn:microsoft.com/office/officeart/2005/8/layout/process5"/>
    <dgm:cxn modelId="{94CC1C40-175A-4842-B019-AC7C041B5793}" type="presParOf" srcId="{80E56E50-E53F-45AF-8E9F-705D35D30AFB}" destId="{AFA064F1-47C1-461D-93DA-04594F655981}" srcOrd="0" destOrd="0" presId="urn:microsoft.com/office/officeart/2005/8/layout/process5"/>
    <dgm:cxn modelId="{BB8B2820-0E1A-4B31-9FF8-BB421A96BA47}" type="presParOf" srcId="{D93CD83C-E9DF-47D2-9D57-2906A90C245B}" destId="{123CCC02-B0AE-4BEC-A5FF-A67F765C9FED}" srcOrd="2" destOrd="0" presId="urn:microsoft.com/office/officeart/2005/8/layout/process5"/>
    <dgm:cxn modelId="{EC047CE9-6FD6-4932-8625-3DCEA8A65153}" type="presParOf" srcId="{D93CD83C-E9DF-47D2-9D57-2906A90C245B}" destId="{EE528065-11C3-42B3-A971-D0E297224ACB}" srcOrd="3" destOrd="0" presId="urn:microsoft.com/office/officeart/2005/8/layout/process5"/>
    <dgm:cxn modelId="{979A80A0-A860-458F-AFE0-216748615A16}" type="presParOf" srcId="{EE528065-11C3-42B3-A971-D0E297224ACB}" destId="{5A619261-4490-4F37-B67A-2E28AAD56C77}" srcOrd="0" destOrd="0" presId="urn:microsoft.com/office/officeart/2005/8/layout/process5"/>
    <dgm:cxn modelId="{8E423869-E1BC-4B0A-B079-F50DD919181F}" type="presParOf" srcId="{D93CD83C-E9DF-47D2-9D57-2906A90C245B}" destId="{6E791FA4-8D02-4458-847D-9A5ED716FFA1}" srcOrd="4" destOrd="0" presId="urn:microsoft.com/office/officeart/2005/8/layout/process5"/>
    <dgm:cxn modelId="{5BF0F200-E47E-4FFB-B90F-61CC61C16F57}" type="presParOf" srcId="{D93CD83C-E9DF-47D2-9D57-2906A90C245B}" destId="{8602CC58-7576-409F-AD34-581104778E24}" srcOrd="5" destOrd="0" presId="urn:microsoft.com/office/officeart/2005/8/layout/process5"/>
    <dgm:cxn modelId="{DF65E5BE-B98F-4DFF-A887-63B67A25BC74}" type="presParOf" srcId="{8602CC58-7576-409F-AD34-581104778E24}" destId="{A7BFD10D-22AE-4A69-9346-7C023D8FDF7D}" srcOrd="0" destOrd="0" presId="urn:microsoft.com/office/officeart/2005/8/layout/process5"/>
    <dgm:cxn modelId="{DE6E28E2-B956-43A0-BD95-455237645637}" type="presParOf" srcId="{D93CD83C-E9DF-47D2-9D57-2906A90C245B}" destId="{6BCD2F99-48E7-4B50-A6F2-8FEE5F8C1912}" srcOrd="6" destOrd="0" presId="urn:microsoft.com/office/officeart/2005/8/layout/process5"/>
    <dgm:cxn modelId="{F9DE415A-E561-4E3D-9757-4BBABE4FAE1A}" type="presParOf" srcId="{D93CD83C-E9DF-47D2-9D57-2906A90C245B}" destId="{65ABB6C9-42FD-4BBF-ACE2-588DDE43F1C2}" srcOrd="7" destOrd="0" presId="urn:microsoft.com/office/officeart/2005/8/layout/process5"/>
    <dgm:cxn modelId="{48DF1B69-3F4D-413B-97ED-193A83B5292A}" type="presParOf" srcId="{65ABB6C9-42FD-4BBF-ACE2-588DDE43F1C2}" destId="{DCFFDA2A-6153-4152-A7DD-13C34A30DEC8}" srcOrd="0" destOrd="0" presId="urn:microsoft.com/office/officeart/2005/8/layout/process5"/>
    <dgm:cxn modelId="{37170946-BE6C-400C-B0BE-A1562B2B907A}" type="presParOf" srcId="{D93CD83C-E9DF-47D2-9D57-2906A90C245B}" destId="{E36338D8-54DA-4CEF-AD97-AB52716C6BE1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E02B7-FD06-4130-9172-A58A862C8DD1}">
      <dsp:nvSpPr>
        <dsp:cNvPr id="0" name=""/>
        <dsp:cNvSpPr/>
      </dsp:nvSpPr>
      <dsp:spPr>
        <a:xfrm>
          <a:off x="4172" y="775287"/>
          <a:ext cx="1824489" cy="1094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Solicitamos una reunión con el cliente o usuario relevante</a:t>
          </a:r>
        </a:p>
      </dsp:txBody>
      <dsp:txXfrm>
        <a:off x="36234" y="807349"/>
        <a:ext cx="1760365" cy="1030569"/>
      </dsp:txXfrm>
    </dsp:sp>
    <dsp:sp modelId="{80E56E50-E53F-45AF-8E9F-705D35D30AFB}">
      <dsp:nvSpPr>
        <dsp:cNvPr id="0" name=""/>
        <dsp:cNvSpPr/>
      </dsp:nvSpPr>
      <dsp:spPr>
        <a:xfrm>
          <a:off x="1989217" y="1096397"/>
          <a:ext cx="386791" cy="4524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/>
        </a:p>
      </dsp:txBody>
      <dsp:txXfrm>
        <a:off x="1989217" y="1186892"/>
        <a:ext cx="270754" cy="271483"/>
      </dsp:txXfrm>
    </dsp:sp>
    <dsp:sp modelId="{123CCC02-B0AE-4BEC-A5FF-A67F765C9FED}">
      <dsp:nvSpPr>
        <dsp:cNvPr id="0" name=""/>
        <dsp:cNvSpPr/>
      </dsp:nvSpPr>
      <dsp:spPr>
        <a:xfrm>
          <a:off x="2558458" y="775287"/>
          <a:ext cx="1824489" cy="1094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Tenemos una conversación donde describimos interacciones y datos de entrada y salida</a:t>
          </a:r>
        </a:p>
      </dsp:txBody>
      <dsp:txXfrm>
        <a:off x="2590520" y="807349"/>
        <a:ext cx="1760365" cy="1030569"/>
      </dsp:txXfrm>
    </dsp:sp>
    <dsp:sp modelId="{EE528065-11C3-42B3-A971-D0E297224ACB}">
      <dsp:nvSpPr>
        <dsp:cNvPr id="0" name=""/>
        <dsp:cNvSpPr/>
      </dsp:nvSpPr>
      <dsp:spPr>
        <a:xfrm>
          <a:off x="4543503" y="1096397"/>
          <a:ext cx="386791" cy="4524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/>
        </a:p>
      </dsp:txBody>
      <dsp:txXfrm>
        <a:off x="4543503" y="1186892"/>
        <a:ext cx="270754" cy="271483"/>
      </dsp:txXfrm>
    </dsp:sp>
    <dsp:sp modelId="{6E791FA4-8D02-4458-847D-9A5ED716FFA1}">
      <dsp:nvSpPr>
        <dsp:cNvPr id="0" name=""/>
        <dsp:cNvSpPr/>
      </dsp:nvSpPr>
      <dsp:spPr>
        <a:xfrm>
          <a:off x="5112743" y="775287"/>
          <a:ext cx="1824489" cy="1094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Exploramos opciones de implementación con el usuario</a:t>
          </a:r>
        </a:p>
      </dsp:txBody>
      <dsp:txXfrm>
        <a:off x="5144805" y="807349"/>
        <a:ext cx="1760365" cy="1030569"/>
      </dsp:txXfrm>
    </dsp:sp>
    <dsp:sp modelId="{8602CC58-7576-409F-AD34-581104778E24}">
      <dsp:nvSpPr>
        <dsp:cNvPr id="0" name=""/>
        <dsp:cNvSpPr/>
      </dsp:nvSpPr>
      <dsp:spPr>
        <a:xfrm>
          <a:off x="7097788" y="1096397"/>
          <a:ext cx="386791" cy="4524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/>
        </a:p>
      </dsp:txBody>
      <dsp:txXfrm>
        <a:off x="7097788" y="1186892"/>
        <a:ext cx="270754" cy="271483"/>
      </dsp:txXfrm>
    </dsp:sp>
    <dsp:sp modelId="{6BCD2F99-48E7-4B50-A6F2-8FEE5F8C1912}">
      <dsp:nvSpPr>
        <dsp:cNvPr id="0" name=""/>
        <dsp:cNvSpPr/>
      </dsp:nvSpPr>
      <dsp:spPr>
        <a:xfrm>
          <a:off x="7667029" y="775287"/>
          <a:ext cx="1824489" cy="1094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Realizamos pruebas y preparamos una propuesta</a:t>
          </a:r>
        </a:p>
      </dsp:txBody>
      <dsp:txXfrm>
        <a:off x="7699091" y="807349"/>
        <a:ext cx="1760365" cy="1030569"/>
      </dsp:txXfrm>
    </dsp:sp>
    <dsp:sp modelId="{65ABB6C9-42FD-4BBF-ACE2-588DDE43F1C2}">
      <dsp:nvSpPr>
        <dsp:cNvPr id="0" name=""/>
        <dsp:cNvSpPr/>
      </dsp:nvSpPr>
      <dsp:spPr>
        <a:xfrm rot="5400000">
          <a:off x="8385878" y="1997695"/>
          <a:ext cx="386791" cy="4524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/>
        </a:p>
      </dsp:txBody>
      <dsp:txXfrm rot="-5400000">
        <a:off x="8443533" y="2030536"/>
        <a:ext cx="271483" cy="270754"/>
      </dsp:txXfrm>
    </dsp:sp>
    <dsp:sp modelId="{E36338D8-54DA-4CEF-AD97-AB52716C6BE1}">
      <dsp:nvSpPr>
        <dsp:cNvPr id="0" name=""/>
        <dsp:cNvSpPr/>
      </dsp:nvSpPr>
      <dsp:spPr>
        <a:xfrm>
          <a:off x="7667029" y="2599776"/>
          <a:ext cx="1824489" cy="1094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Presentamos la propuesta al usuario y obtenemos retroalimentación y acuerdos</a:t>
          </a:r>
        </a:p>
      </dsp:txBody>
      <dsp:txXfrm>
        <a:off x="7699091" y="2631838"/>
        <a:ext cx="1760365" cy="1030569"/>
      </dsp:txXfrm>
    </dsp:sp>
    <dsp:sp modelId="{E27F6D78-8662-4D45-B1EB-A87EFD73831D}">
      <dsp:nvSpPr>
        <dsp:cNvPr id="0" name=""/>
        <dsp:cNvSpPr/>
      </dsp:nvSpPr>
      <dsp:spPr>
        <a:xfrm rot="10800000">
          <a:off x="7119682" y="2920887"/>
          <a:ext cx="386791" cy="4524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/>
        </a:p>
      </dsp:txBody>
      <dsp:txXfrm rot="10800000">
        <a:off x="7235719" y="3011382"/>
        <a:ext cx="270754" cy="271483"/>
      </dsp:txXfrm>
    </dsp:sp>
    <dsp:sp modelId="{C5B8C634-5F60-4194-B460-473E3A6DCBC5}">
      <dsp:nvSpPr>
        <dsp:cNvPr id="0" name=""/>
        <dsp:cNvSpPr/>
      </dsp:nvSpPr>
      <dsp:spPr>
        <a:xfrm>
          <a:off x="5112743" y="2599776"/>
          <a:ext cx="1824489" cy="1094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Documentamos el requerimiento y lo integramos a la documentación del sistema</a:t>
          </a:r>
        </a:p>
      </dsp:txBody>
      <dsp:txXfrm>
        <a:off x="5144805" y="2631838"/>
        <a:ext cx="1760365" cy="1030569"/>
      </dsp:txXfrm>
    </dsp:sp>
    <dsp:sp modelId="{0D967540-15C5-4664-AF4C-106C609DE0D9}">
      <dsp:nvSpPr>
        <dsp:cNvPr id="0" name=""/>
        <dsp:cNvSpPr/>
      </dsp:nvSpPr>
      <dsp:spPr>
        <a:xfrm rot="10800000">
          <a:off x="4565397" y="2920887"/>
          <a:ext cx="386791" cy="4524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/>
        </a:p>
      </dsp:txBody>
      <dsp:txXfrm rot="10800000">
        <a:off x="4681434" y="3011382"/>
        <a:ext cx="270754" cy="271483"/>
      </dsp:txXfrm>
    </dsp:sp>
    <dsp:sp modelId="{DC905A41-ADF6-44E2-9990-4D98F40A304C}">
      <dsp:nvSpPr>
        <dsp:cNvPr id="0" name=""/>
        <dsp:cNvSpPr/>
      </dsp:nvSpPr>
      <dsp:spPr>
        <a:xfrm>
          <a:off x="2558458" y="2599776"/>
          <a:ext cx="1824489" cy="10946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Enviamos una copia al usuario</a:t>
          </a:r>
        </a:p>
      </dsp:txBody>
      <dsp:txXfrm>
        <a:off x="2590520" y="2631838"/>
        <a:ext cx="1760365" cy="10305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E02B7-FD06-4130-9172-A58A862C8DD1}">
      <dsp:nvSpPr>
        <dsp:cNvPr id="0" name=""/>
        <dsp:cNvSpPr/>
      </dsp:nvSpPr>
      <dsp:spPr>
        <a:xfrm>
          <a:off x="8345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Ingresamos a la plataforma en donde reside la documentación </a:t>
          </a:r>
        </a:p>
      </dsp:txBody>
      <dsp:txXfrm>
        <a:off x="52181" y="283135"/>
        <a:ext cx="2406801" cy="1409012"/>
      </dsp:txXfrm>
    </dsp:sp>
    <dsp:sp modelId="{80E56E50-E53F-45AF-8E9F-705D35D30AFB}">
      <dsp:nvSpPr>
        <dsp:cNvPr id="0" name=""/>
        <dsp:cNvSpPr/>
      </dsp:nvSpPr>
      <dsp:spPr>
        <a:xfrm>
          <a:off x="2722333" y="67832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2722333" y="802053"/>
        <a:ext cx="370180" cy="371177"/>
      </dsp:txXfrm>
    </dsp:sp>
    <dsp:sp modelId="{123CCC02-B0AE-4BEC-A5FF-A67F765C9FED}">
      <dsp:nvSpPr>
        <dsp:cNvPr id="0" name=""/>
        <dsp:cNvSpPr/>
      </dsp:nvSpPr>
      <dsp:spPr>
        <a:xfrm>
          <a:off x="3500609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Localizamos la sección a actualizar o generamos una nueva sección, según sea necesario</a:t>
          </a:r>
        </a:p>
      </dsp:txBody>
      <dsp:txXfrm>
        <a:off x="3544445" y="283135"/>
        <a:ext cx="2406801" cy="1409012"/>
      </dsp:txXfrm>
    </dsp:sp>
    <dsp:sp modelId="{EE528065-11C3-42B3-A971-D0E297224ACB}">
      <dsp:nvSpPr>
        <dsp:cNvPr id="0" name=""/>
        <dsp:cNvSpPr/>
      </dsp:nvSpPr>
      <dsp:spPr>
        <a:xfrm>
          <a:off x="6214596" y="67832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6214596" y="802053"/>
        <a:ext cx="370180" cy="371177"/>
      </dsp:txXfrm>
    </dsp:sp>
    <dsp:sp modelId="{6E791FA4-8D02-4458-847D-9A5ED716FFA1}">
      <dsp:nvSpPr>
        <dsp:cNvPr id="0" name=""/>
        <dsp:cNvSpPr/>
      </dsp:nvSpPr>
      <dsp:spPr>
        <a:xfrm>
          <a:off x="6992872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Redactamos el tema, utilizando un lenguaje práctico, incluyendo términos usados en la empresa.</a:t>
          </a:r>
        </a:p>
      </dsp:txBody>
      <dsp:txXfrm>
        <a:off x="7036708" y="283135"/>
        <a:ext cx="2406801" cy="1409012"/>
      </dsp:txXfrm>
    </dsp:sp>
    <dsp:sp modelId="{8602CC58-7576-409F-AD34-581104778E24}">
      <dsp:nvSpPr>
        <dsp:cNvPr id="0" name=""/>
        <dsp:cNvSpPr/>
      </dsp:nvSpPr>
      <dsp:spPr>
        <a:xfrm rot="5400000">
          <a:off x="7975695" y="191059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 rot="-5400000">
        <a:off x="8054521" y="1955497"/>
        <a:ext cx="371177" cy="370180"/>
      </dsp:txXfrm>
    </dsp:sp>
    <dsp:sp modelId="{6BCD2F99-48E7-4B50-A6F2-8FEE5F8C1912}">
      <dsp:nvSpPr>
        <dsp:cNvPr id="0" name=""/>
        <dsp:cNvSpPr/>
      </dsp:nvSpPr>
      <dsp:spPr>
        <a:xfrm>
          <a:off x="6992872" y="2733773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Incluimos diagramas, tablas e imágenes</a:t>
          </a:r>
        </a:p>
      </dsp:txBody>
      <dsp:txXfrm>
        <a:off x="7036708" y="2777609"/>
        <a:ext cx="2406801" cy="1409012"/>
      </dsp:txXfrm>
    </dsp:sp>
    <dsp:sp modelId="{65ABB6C9-42FD-4BBF-ACE2-588DDE43F1C2}">
      <dsp:nvSpPr>
        <dsp:cNvPr id="0" name=""/>
        <dsp:cNvSpPr/>
      </dsp:nvSpPr>
      <dsp:spPr>
        <a:xfrm rot="10800000">
          <a:off x="6244530" y="3172801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 rot="10800000">
        <a:off x="6403178" y="3296527"/>
        <a:ext cx="370180" cy="371177"/>
      </dsp:txXfrm>
    </dsp:sp>
    <dsp:sp modelId="{E36338D8-54DA-4CEF-AD97-AB52716C6BE1}">
      <dsp:nvSpPr>
        <dsp:cNvPr id="0" name=""/>
        <dsp:cNvSpPr/>
      </dsp:nvSpPr>
      <dsp:spPr>
        <a:xfrm>
          <a:off x="3500609" y="2733773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Actualizamos el historial de modificaciones del documento indicando fecha y usuario que realiza la actualización</a:t>
          </a:r>
        </a:p>
      </dsp:txBody>
      <dsp:txXfrm>
        <a:off x="3544445" y="2777609"/>
        <a:ext cx="2406801" cy="1409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E02B7-FD06-4130-9172-A58A862C8DD1}">
      <dsp:nvSpPr>
        <dsp:cNvPr id="0" name=""/>
        <dsp:cNvSpPr/>
      </dsp:nvSpPr>
      <dsp:spPr>
        <a:xfrm>
          <a:off x="8345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Abrimos el código fuente del software</a:t>
          </a:r>
        </a:p>
      </dsp:txBody>
      <dsp:txXfrm>
        <a:off x="52181" y="283135"/>
        <a:ext cx="2406801" cy="1409012"/>
      </dsp:txXfrm>
    </dsp:sp>
    <dsp:sp modelId="{80E56E50-E53F-45AF-8E9F-705D35D30AFB}">
      <dsp:nvSpPr>
        <dsp:cNvPr id="0" name=""/>
        <dsp:cNvSpPr/>
      </dsp:nvSpPr>
      <dsp:spPr>
        <a:xfrm>
          <a:off x="2722333" y="67832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2722333" y="802053"/>
        <a:ext cx="370180" cy="371177"/>
      </dsp:txXfrm>
    </dsp:sp>
    <dsp:sp modelId="{123CCC02-B0AE-4BEC-A5FF-A67F765C9FED}">
      <dsp:nvSpPr>
        <dsp:cNvPr id="0" name=""/>
        <dsp:cNvSpPr/>
      </dsp:nvSpPr>
      <dsp:spPr>
        <a:xfrm>
          <a:off x="3500609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Localizamos el componente a modificar o generamos uno nuevo, según sea necesario</a:t>
          </a:r>
        </a:p>
      </dsp:txBody>
      <dsp:txXfrm>
        <a:off x="3544445" y="283135"/>
        <a:ext cx="2406801" cy="1409012"/>
      </dsp:txXfrm>
    </dsp:sp>
    <dsp:sp modelId="{EE528065-11C3-42B3-A971-D0E297224ACB}">
      <dsp:nvSpPr>
        <dsp:cNvPr id="0" name=""/>
        <dsp:cNvSpPr/>
      </dsp:nvSpPr>
      <dsp:spPr>
        <a:xfrm>
          <a:off x="6214596" y="67832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6214596" y="802053"/>
        <a:ext cx="370180" cy="371177"/>
      </dsp:txXfrm>
    </dsp:sp>
    <dsp:sp modelId="{6E791FA4-8D02-4458-847D-9A5ED716FFA1}">
      <dsp:nvSpPr>
        <dsp:cNvPr id="0" name=""/>
        <dsp:cNvSpPr/>
      </dsp:nvSpPr>
      <dsp:spPr>
        <a:xfrm>
          <a:off x="6992872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Trabajamos en los elementos del componente: Modelo de BD, Controlador de Proceso, Vista de Interfaz de Usuario.</a:t>
          </a:r>
        </a:p>
      </dsp:txBody>
      <dsp:txXfrm>
        <a:off x="7036708" y="283135"/>
        <a:ext cx="2406801" cy="1409012"/>
      </dsp:txXfrm>
    </dsp:sp>
    <dsp:sp modelId="{8602CC58-7576-409F-AD34-581104778E24}">
      <dsp:nvSpPr>
        <dsp:cNvPr id="0" name=""/>
        <dsp:cNvSpPr/>
      </dsp:nvSpPr>
      <dsp:spPr>
        <a:xfrm rot="5400000">
          <a:off x="7975695" y="191059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 rot="-5400000">
        <a:off x="8054521" y="1955497"/>
        <a:ext cx="371177" cy="370180"/>
      </dsp:txXfrm>
    </dsp:sp>
    <dsp:sp modelId="{6BCD2F99-48E7-4B50-A6F2-8FEE5F8C1912}">
      <dsp:nvSpPr>
        <dsp:cNvPr id="0" name=""/>
        <dsp:cNvSpPr/>
      </dsp:nvSpPr>
      <dsp:spPr>
        <a:xfrm>
          <a:off x="6992872" y="2733773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Realizamos pruebas y validamos que no hay errores</a:t>
          </a:r>
        </a:p>
      </dsp:txBody>
      <dsp:txXfrm>
        <a:off x="7036708" y="2777609"/>
        <a:ext cx="2406801" cy="1409012"/>
      </dsp:txXfrm>
    </dsp:sp>
    <dsp:sp modelId="{65ABB6C9-42FD-4BBF-ACE2-588DDE43F1C2}">
      <dsp:nvSpPr>
        <dsp:cNvPr id="0" name=""/>
        <dsp:cNvSpPr/>
      </dsp:nvSpPr>
      <dsp:spPr>
        <a:xfrm rot="10800000">
          <a:off x="6244530" y="3172801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 rot="10800000">
        <a:off x="6403178" y="3296527"/>
        <a:ext cx="370180" cy="371177"/>
      </dsp:txXfrm>
    </dsp:sp>
    <dsp:sp modelId="{E36338D8-54DA-4CEF-AD97-AB52716C6BE1}">
      <dsp:nvSpPr>
        <dsp:cNvPr id="0" name=""/>
        <dsp:cNvSpPr/>
      </dsp:nvSpPr>
      <dsp:spPr>
        <a:xfrm>
          <a:off x="3500609" y="2733773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Revisamos con el usuario para validar que el requerimiento se cumplió</a:t>
          </a:r>
        </a:p>
      </dsp:txBody>
      <dsp:txXfrm>
        <a:off x="3544445" y="2777609"/>
        <a:ext cx="2406801" cy="1409012"/>
      </dsp:txXfrm>
    </dsp:sp>
    <dsp:sp modelId="{70E2B059-AD5F-43A5-8D10-62E96F838DD0}">
      <dsp:nvSpPr>
        <dsp:cNvPr id="0" name=""/>
        <dsp:cNvSpPr/>
      </dsp:nvSpPr>
      <dsp:spPr>
        <a:xfrm rot="10800000">
          <a:off x="2752266" y="3172801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 rot="10800000">
        <a:off x="2910914" y="3296527"/>
        <a:ext cx="370180" cy="371177"/>
      </dsp:txXfrm>
    </dsp:sp>
    <dsp:sp modelId="{3D190173-17AC-421C-A9B9-DE1A63511503}">
      <dsp:nvSpPr>
        <dsp:cNvPr id="0" name=""/>
        <dsp:cNvSpPr/>
      </dsp:nvSpPr>
      <dsp:spPr>
        <a:xfrm>
          <a:off x="8345" y="2733773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Preparamos la liberación y actualización del sistema y el repositorio de código</a:t>
          </a:r>
        </a:p>
      </dsp:txBody>
      <dsp:txXfrm>
        <a:off x="52181" y="2777609"/>
        <a:ext cx="2406801" cy="1409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E02B7-FD06-4130-9172-A58A862C8DD1}">
      <dsp:nvSpPr>
        <dsp:cNvPr id="0" name=""/>
        <dsp:cNvSpPr/>
      </dsp:nvSpPr>
      <dsp:spPr>
        <a:xfrm>
          <a:off x="8345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Ingresamos al repositorio local de código </a:t>
          </a:r>
        </a:p>
      </dsp:txBody>
      <dsp:txXfrm>
        <a:off x="52181" y="283135"/>
        <a:ext cx="2406801" cy="1409012"/>
      </dsp:txXfrm>
    </dsp:sp>
    <dsp:sp modelId="{80E56E50-E53F-45AF-8E9F-705D35D30AFB}">
      <dsp:nvSpPr>
        <dsp:cNvPr id="0" name=""/>
        <dsp:cNvSpPr/>
      </dsp:nvSpPr>
      <dsp:spPr>
        <a:xfrm>
          <a:off x="2722333" y="67832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2722333" y="802053"/>
        <a:ext cx="370180" cy="371177"/>
      </dsp:txXfrm>
    </dsp:sp>
    <dsp:sp modelId="{123CCC02-B0AE-4BEC-A5FF-A67F765C9FED}">
      <dsp:nvSpPr>
        <dsp:cNvPr id="0" name=""/>
        <dsp:cNvSpPr/>
      </dsp:nvSpPr>
      <dsp:spPr>
        <a:xfrm>
          <a:off x="3500609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Ejecutamos los comandos de GIT para verificar el estatus y validar la rama de código</a:t>
          </a:r>
        </a:p>
      </dsp:txBody>
      <dsp:txXfrm>
        <a:off x="3544445" y="283135"/>
        <a:ext cx="2406801" cy="1409012"/>
      </dsp:txXfrm>
    </dsp:sp>
    <dsp:sp modelId="{EE528065-11C3-42B3-A971-D0E297224ACB}">
      <dsp:nvSpPr>
        <dsp:cNvPr id="0" name=""/>
        <dsp:cNvSpPr/>
      </dsp:nvSpPr>
      <dsp:spPr>
        <a:xfrm>
          <a:off x="6214596" y="67832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6214596" y="802053"/>
        <a:ext cx="370180" cy="371177"/>
      </dsp:txXfrm>
    </dsp:sp>
    <dsp:sp modelId="{6E791FA4-8D02-4458-847D-9A5ED716FFA1}">
      <dsp:nvSpPr>
        <dsp:cNvPr id="0" name=""/>
        <dsp:cNvSpPr/>
      </dsp:nvSpPr>
      <dsp:spPr>
        <a:xfrm>
          <a:off x="6992872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Ejecutamos comandos de GIT para seleccionar el código que hay que actualizar</a:t>
          </a:r>
        </a:p>
      </dsp:txBody>
      <dsp:txXfrm>
        <a:off x="7036708" y="283135"/>
        <a:ext cx="2406801" cy="1409012"/>
      </dsp:txXfrm>
    </dsp:sp>
    <dsp:sp modelId="{8602CC58-7576-409F-AD34-581104778E24}">
      <dsp:nvSpPr>
        <dsp:cNvPr id="0" name=""/>
        <dsp:cNvSpPr/>
      </dsp:nvSpPr>
      <dsp:spPr>
        <a:xfrm rot="5400000">
          <a:off x="7975695" y="191059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 rot="-5400000">
        <a:off x="8054521" y="1955497"/>
        <a:ext cx="371177" cy="370180"/>
      </dsp:txXfrm>
    </dsp:sp>
    <dsp:sp modelId="{6BCD2F99-48E7-4B50-A6F2-8FEE5F8C1912}">
      <dsp:nvSpPr>
        <dsp:cNvPr id="0" name=""/>
        <dsp:cNvSpPr/>
      </dsp:nvSpPr>
      <dsp:spPr>
        <a:xfrm>
          <a:off x="6992872" y="2733773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Ejecutar comandos de GIT para registrar el código modificado en el repositorio local.</a:t>
          </a:r>
        </a:p>
      </dsp:txBody>
      <dsp:txXfrm>
        <a:off x="7036708" y="2777609"/>
        <a:ext cx="2406801" cy="1409012"/>
      </dsp:txXfrm>
    </dsp:sp>
    <dsp:sp modelId="{65ABB6C9-42FD-4BBF-ACE2-588DDE43F1C2}">
      <dsp:nvSpPr>
        <dsp:cNvPr id="0" name=""/>
        <dsp:cNvSpPr/>
      </dsp:nvSpPr>
      <dsp:spPr>
        <a:xfrm rot="10800000">
          <a:off x="6244530" y="3172801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 rot="10800000">
        <a:off x="6403178" y="3296527"/>
        <a:ext cx="370180" cy="371177"/>
      </dsp:txXfrm>
    </dsp:sp>
    <dsp:sp modelId="{E36338D8-54DA-4CEF-AD97-AB52716C6BE1}">
      <dsp:nvSpPr>
        <dsp:cNvPr id="0" name=""/>
        <dsp:cNvSpPr/>
      </dsp:nvSpPr>
      <dsp:spPr>
        <a:xfrm>
          <a:off x="3500609" y="2733773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Ejecutamos comandos de GIT para actualizar el código en el repositorio remoto </a:t>
          </a:r>
        </a:p>
      </dsp:txBody>
      <dsp:txXfrm>
        <a:off x="3544445" y="2777609"/>
        <a:ext cx="2406801" cy="14090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E02B7-FD06-4130-9172-A58A862C8DD1}">
      <dsp:nvSpPr>
        <dsp:cNvPr id="0" name=""/>
        <dsp:cNvSpPr/>
      </dsp:nvSpPr>
      <dsp:spPr>
        <a:xfrm>
          <a:off x="8345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Ingresamos al servicio o componente del ambiente de desarrollo</a:t>
          </a:r>
        </a:p>
      </dsp:txBody>
      <dsp:txXfrm>
        <a:off x="52181" y="283135"/>
        <a:ext cx="2406801" cy="1409012"/>
      </dsp:txXfrm>
    </dsp:sp>
    <dsp:sp modelId="{80E56E50-E53F-45AF-8E9F-705D35D30AFB}">
      <dsp:nvSpPr>
        <dsp:cNvPr id="0" name=""/>
        <dsp:cNvSpPr/>
      </dsp:nvSpPr>
      <dsp:spPr>
        <a:xfrm>
          <a:off x="2722333" y="67832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2722333" y="802053"/>
        <a:ext cx="370180" cy="371177"/>
      </dsp:txXfrm>
    </dsp:sp>
    <dsp:sp modelId="{123CCC02-B0AE-4BEC-A5FF-A67F765C9FED}">
      <dsp:nvSpPr>
        <dsp:cNvPr id="0" name=""/>
        <dsp:cNvSpPr/>
      </dsp:nvSpPr>
      <dsp:spPr>
        <a:xfrm>
          <a:off x="3500609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Realizamos la configuración de los servicios</a:t>
          </a:r>
        </a:p>
      </dsp:txBody>
      <dsp:txXfrm>
        <a:off x="3544445" y="283135"/>
        <a:ext cx="2406801" cy="1409012"/>
      </dsp:txXfrm>
    </dsp:sp>
    <dsp:sp modelId="{EE528065-11C3-42B3-A971-D0E297224ACB}">
      <dsp:nvSpPr>
        <dsp:cNvPr id="0" name=""/>
        <dsp:cNvSpPr/>
      </dsp:nvSpPr>
      <dsp:spPr>
        <a:xfrm>
          <a:off x="6214596" y="67832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6214596" y="802053"/>
        <a:ext cx="370180" cy="371177"/>
      </dsp:txXfrm>
    </dsp:sp>
    <dsp:sp modelId="{6E791FA4-8D02-4458-847D-9A5ED716FFA1}">
      <dsp:nvSpPr>
        <dsp:cNvPr id="0" name=""/>
        <dsp:cNvSpPr/>
      </dsp:nvSpPr>
      <dsp:spPr>
        <a:xfrm>
          <a:off x="6992872" y="239299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Instalamos paquetes o actualizaciones</a:t>
          </a:r>
        </a:p>
      </dsp:txBody>
      <dsp:txXfrm>
        <a:off x="7036708" y="283135"/>
        <a:ext cx="2406801" cy="1409012"/>
      </dsp:txXfrm>
    </dsp:sp>
    <dsp:sp modelId="{8602CC58-7576-409F-AD34-581104778E24}">
      <dsp:nvSpPr>
        <dsp:cNvPr id="0" name=""/>
        <dsp:cNvSpPr/>
      </dsp:nvSpPr>
      <dsp:spPr>
        <a:xfrm rot="5400000">
          <a:off x="7975695" y="1910597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 rot="-5400000">
        <a:off x="8054521" y="1955497"/>
        <a:ext cx="371177" cy="370180"/>
      </dsp:txXfrm>
    </dsp:sp>
    <dsp:sp modelId="{6BCD2F99-48E7-4B50-A6F2-8FEE5F8C1912}">
      <dsp:nvSpPr>
        <dsp:cNvPr id="0" name=""/>
        <dsp:cNvSpPr/>
      </dsp:nvSpPr>
      <dsp:spPr>
        <a:xfrm>
          <a:off x="6992872" y="2733773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Incorporamos o eliminamos componentes</a:t>
          </a:r>
        </a:p>
      </dsp:txBody>
      <dsp:txXfrm>
        <a:off x="7036708" y="2777609"/>
        <a:ext cx="2406801" cy="1409012"/>
      </dsp:txXfrm>
    </dsp:sp>
    <dsp:sp modelId="{65ABB6C9-42FD-4BBF-ACE2-588DDE43F1C2}">
      <dsp:nvSpPr>
        <dsp:cNvPr id="0" name=""/>
        <dsp:cNvSpPr/>
      </dsp:nvSpPr>
      <dsp:spPr>
        <a:xfrm rot="10800000">
          <a:off x="6244530" y="3172801"/>
          <a:ext cx="528828" cy="6186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 rot="10800000">
        <a:off x="6403178" y="3296527"/>
        <a:ext cx="370180" cy="371177"/>
      </dsp:txXfrm>
    </dsp:sp>
    <dsp:sp modelId="{E36338D8-54DA-4CEF-AD97-AB52716C6BE1}">
      <dsp:nvSpPr>
        <dsp:cNvPr id="0" name=""/>
        <dsp:cNvSpPr/>
      </dsp:nvSpPr>
      <dsp:spPr>
        <a:xfrm>
          <a:off x="3500609" y="2733773"/>
          <a:ext cx="2494473" cy="149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Actualizamos la documentación del ambiente</a:t>
          </a:r>
        </a:p>
      </dsp:txBody>
      <dsp:txXfrm>
        <a:off x="3544445" y="2777609"/>
        <a:ext cx="2406801" cy="1409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97E66-6125-45C4-B3E4-0B03B6A7A9FE}" type="datetimeFigureOut">
              <a:rPr lang="es-MX" smtClean="0"/>
              <a:t>02/02/2024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D8A0B-4691-4592-A049-1366791A157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330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Instrucciones:</a:t>
            </a:r>
          </a:p>
          <a:p>
            <a:r>
              <a:rPr lang="es-MX"/>
              <a:t>Colocar el nombre del puesto (Encabezado amarillo superior)</a:t>
            </a:r>
          </a:p>
          <a:p>
            <a:r>
              <a:rPr lang="es-MX"/>
              <a:t>Colocar en la tabla las actividades definidas para el puesto, con su ponderación (en total suma 80%) y el indicador asociado.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8A0B-4691-4592-A049-1366791A157C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3246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Instrucciones:</a:t>
            </a:r>
          </a:p>
          <a:p>
            <a:r>
              <a:rPr lang="es-MX"/>
              <a:t>Coloca el nombre del puesto (Encabezado gris, lateral)</a:t>
            </a:r>
          </a:p>
          <a:p>
            <a:r>
              <a:rPr lang="es-MX"/>
              <a:t>Coloca la actividad correspondiente (Encabezado amarillo, superior)</a:t>
            </a:r>
          </a:p>
          <a:p>
            <a:r>
              <a:rPr lang="es-MX"/>
              <a:t>Detalla el cómo de cada actividad: Puedes ponerlo como lista de pasos o </a:t>
            </a:r>
            <a:r>
              <a:rPr lang="es-MX" err="1"/>
              <a:t>bullets</a:t>
            </a:r>
            <a:r>
              <a:rPr lang="es-MX"/>
              <a:t>, usar capturas de pantalla, fotos o gráficos de referencia.</a:t>
            </a:r>
          </a:p>
          <a:p>
            <a:r>
              <a:rPr lang="es-MX"/>
              <a:t>Deberás generar al menos una diapositiva por cada actividad enlistada en el índice</a:t>
            </a:r>
          </a:p>
          <a:p>
            <a:r>
              <a:rPr lang="es-MX"/>
              <a:t>Al terminar, guarda el archivo con el nombre del puesto</a:t>
            </a: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8A0B-4691-4592-A049-1366791A157C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7061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Instrucciones:</a:t>
            </a:r>
          </a:p>
          <a:p>
            <a:r>
              <a:rPr lang="es-MX"/>
              <a:t>Coloca el nombre del puesto (Encabezado gris, lateral)</a:t>
            </a:r>
          </a:p>
          <a:p>
            <a:r>
              <a:rPr lang="es-MX"/>
              <a:t>Coloca la actividad correspondiente (Encabezado amarillo, superior)</a:t>
            </a:r>
          </a:p>
          <a:p>
            <a:r>
              <a:rPr lang="es-MX"/>
              <a:t>Detalla el cómo de cada actividad: Puedes ponerlo como lista de pasos o </a:t>
            </a:r>
            <a:r>
              <a:rPr lang="es-MX" err="1"/>
              <a:t>bullets</a:t>
            </a:r>
            <a:r>
              <a:rPr lang="es-MX"/>
              <a:t>, usar capturas de pantalla, fotos o gráficos de referencia.</a:t>
            </a:r>
          </a:p>
          <a:p>
            <a:r>
              <a:rPr lang="es-MX"/>
              <a:t>Deberás generar al menos una diapositiva por cada actividad enlistada en el índice</a:t>
            </a:r>
          </a:p>
          <a:p>
            <a:r>
              <a:rPr lang="es-MX"/>
              <a:t>Al terminar, guarda el archivo con el nombre del puesto</a:t>
            </a: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8A0B-4691-4592-A049-1366791A157C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154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Instrucciones:</a:t>
            </a:r>
          </a:p>
          <a:p>
            <a:r>
              <a:rPr lang="es-MX"/>
              <a:t>Coloca el nombre del puesto (Encabezado gris, lateral)</a:t>
            </a:r>
          </a:p>
          <a:p>
            <a:r>
              <a:rPr lang="es-MX"/>
              <a:t>Coloca la actividad correspondiente (Encabezado amarillo, superior)</a:t>
            </a:r>
          </a:p>
          <a:p>
            <a:r>
              <a:rPr lang="es-MX"/>
              <a:t>Detalla el cómo de cada actividad: Puedes ponerlo como lista de pasos o </a:t>
            </a:r>
            <a:r>
              <a:rPr lang="es-MX" err="1"/>
              <a:t>bullets</a:t>
            </a:r>
            <a:r>
              <a:rPr lang="es-MX"/>
              <a:t>, usar capturas de pantalla, fotos o gráficos de referencia.</a:t>
            </a:r>
          </a:p>
          <a:p>
            <a:r>
              <a:rPr lang="es-MX"/>
              <a:t>Deberás generar al menos una diapositiva por cada actividad enlistada en el índice</a:t>
            </a:r>
          </a:p>
          <a:p>
            <a:r>
              <a:rPr lang="es-MX"/>
              <a:t>Al terminar, guarda el archivo con el nombre del puesto</a:t>
            </a: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8A0B-4691-4592-A049-1366791A157C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5794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Instrucciones:</a:t>
            </a:r>
          </a:p>
          <a:p>
            <a:r>
              <a:rPr lang="es-MX"/>
              <a:t>Coloca el nombre del puesto (Encabezado gris, lateral)</a:t>
            </a:r>
          </a:p>
          <a:p>
            <a:r>
              <a:rPr lang="es-MX"/>
              <a:t>Coloca la actividad correspondiente (Encabezado amarillo, superior)</a:t>
            </a:r>
          </a:p>
          <a:p>
            <a:r>
              <a:rPr lang="es-MX"/>
              <a:t>Detalla el cómo de cada actividad: Puedes ponerlo como lista de pasos o </a:t>
            </a:r>
            <a:r>
              <a:rPr lang="es-MX" err="1"/>
              <a:t>bullets</a:t>
            </a:r>
            <a:r>
              <a:rPr lang="es-MX"/>
              <a:t>, usar capturas de pantalla, fotos o gráficos de referencia.</a:t>
            </a:r>
          </a:p>
          <a:p>
            <a:r>
              <a:rPr lang="es-MX"/>
              <a:t>Deberás generar al menos una diapositiva por cada actividad enlistada en el índice</a:t>
            </a:r>
          </a:p>
          <a:p>
            <a:r>
              <a:rPr lang="es-MX"/>
              <a:t>Al terminar, guarda el archivo con el nombre del puesto</a:t>
            </a: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8A0B-4691-4592-A049-1366791A157C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1150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Instrucciones:</a:t>
            </a:r>
          </a:p>
          <a:p>
            <a:r>
              <a:rPr lang="es-MX"/>
              <a:t>Coloca el nombre del puesto (Encabezado gris, lateral)</a:t>
            </a:r>
          </a:p>
          <a:p>
            <a:r>
              <a:rPr lang="es-MX"/>
              <a:t>Coloca la actividad correspondiente (Encabezado amarillo, superior)</a:t>
            </a:r>
          </a:p>
          <a:p>
            <a:r>
              <a:rPr lang="es-MX"/>
              <a:t>Detalla el cómo de cada actividad: Puedes ponerlo como lista de pasos o </a:t>
            </a:r>
            <a:r>
              <a:rPr lang="es-MX" err="1"/>
              <a:t>bullets</a:t>
            </a:r>
            <a:r>
              <a:rPr lang="es-MX"/>
              <a:t>, usar capturas de pantalla, fotos o gráficos de referencia.</a:t>
            </a:r>
          </a:p>
          <a:p>
            <a:r>
              <a:rPr lang="es-MX"/>
              <a:t>Deberás generar al menos una diapositiva por cada actividad enlistada en el índice</a:t>
            </a:r>
          </a:p>
          <a:p>
            <a:r>
              <a:rPr lang="es-MX"/>
              <a:t>Al terminar, guarda el archivo con el nombre del puesto</a:t>
            </a: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8A0B-4691-4592-A049-1366791A157C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4718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Instrucciones:</a:t>
            </a:r>
          </a:p>
          <a:p>
            <a:r>
              <a:rPr lang="es-MX"/>
              <a:t>Coloca el nombre del puesto (Encabezado gris, lateral)</a:t>
            </a:r>
          </a:p>
          <a:p>
            <a:r>
              <a:rPr lang="es-MX"/>
              <a:t>Coloca la actividad correspondiente (Encabezado amarillo, superior)</a:t>
            </a:r>
          </a:p>
          <a:p>
            <a:r>
              <a:rPr lang="es-MX"/>
              <a:t>Detalla el cómo de cada actividad: Puedes ponerlo como lista de pasos o </a:t>
            </a:r>
            <a:r>
              <a:rPr lang="es-MX" err="1"/>
              <a:t>bullets</a:t>
            </a:r>
            <a:r>
              <a:rPr lang="es-MX"/>
              <a:t>, usar capturas de pantalla, fotos o gráficos de referencia.</a:t>
            </a:r>
          </a:p>
          <a:p>
            <a:r>
              <a:rPr lang="es-MX"/>
              <a:t>Deberás generar al menos una diapositiva por cada actividad enlistada en el índice</a:t>
            </a:r>
          </a:p>
          <a:p>
            <a:r>
              <a:rPr lang="es-MX"/>
              <a:t>Al terminar, guarda el archivo con el nombre del puesto</a:t>
            </a: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8A0B-4691-4592-A049-1366791A157C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980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Instrucciones:</a:t>
            </a:r>
          </a:p>
          <a:p>
            <a:r>
              <a:rPr lang="es-MX"/>
              <a:t>Coloca el nombre del puesto (Encabezado gris, lateral)</a:t>
            </a:r>
          </a:p>
          <a:p>
            <a:r>
              <a:rPr lang="es-MX"/>
              <a:t>Coloca la actividad correspondiente (Encabezado amarillo, superior)</a:t>
            </a:r>
          </a:p>
          <a:p>
            <a:r>
              <a:rPr lang="es-MX"/>
              <a:t>Detalla el cómo de cada actividad: Puedes ponerlo como lista de pasos o </a:t>
            </a:r>
            <a:r>
              <a:rPr lang="es-MX" err="1"/>
              <a:t>bullets</a:t>
            </a:r>
            <a:r>
              <a:rPr lang="es-MX"/>
              <a:t>, usar capturas de pantalla, fotos o gráficos de referencia.</a:t>
            </a:r>
          </a:p>
          <a:p>
            <a:r>
              <a:rPr lang="es-MX"/>
              <a:t>Deberás generar al menos una diapositiva por cada actividad enlistada en el índice</a:t>
            </a:r>
          </a:p>
          <a:p>
            <a:r>
              <a:rPr lang="es-MX"/>
              <a:t>Al terminar, guarda el archivo con el nombre del puesto</a:t>
            </a: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8A0B-4691-4592-A049-1366791A157C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4089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truck with a large trailer&#10;&#10;Description automatically generated">
            <a:extLst>
              <a:ext uri="{FF2B5EF4-FFF2-40B4-BE49-F238E27FC236}">
                <a16:creationId xmlns:a16="http://schemas.microsoft.com/office/drawing/2014/main" id="{A5FC0993-45AA-ED8C-7BCB-58C02624E4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" r="1"/>
          <a:stretch/>
        </p:blipFill>
        <p:spPr>
          <a:xfrm>
            <a:off x="-5385" y="0"/>
            <a:ext cx="10244835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DB5994D-D1BF-C8A3-C3AE-E4832F899C84}"/>
              </a:ext>
            </a:extLst>
          </p:cNvPr>
          <p:cNvSpPr/>
          <p:nvPr userDrawn="1"/>
        </p:nvSpPr>
        <p:spPr>
          <a:xfrm>
            <a:off x="8585860" y="0"/>
            <a:ext cx="360614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F1F515C-D1F2-92CF-E328-C786FE3A6312}"/>
              </a:ext>
            </a:extLst>
          </p:cNvPr>
          <p:cNvCxnSpPr>
            <a:cxnSpLocks/>
          </p:cNvCxnSpPr>
          <p:nvPr userDrawn="1"/>
        </p:nvCxnSpPr>
        <p:spPr>
          <a:xfrm>
            <a:off x="8597737" y="-17105"/>
            <a:ext cx="0" cy="6912000"/>
          </a:xfrm>
          <a:prstGeom prst="line">
            <a:avLst/>
          </a:prstGeom>
          <a:ln w="76200">
            <a:solidFill>
              <a:srgbClr val="FDC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Texto, Logotipo&#10;&#10;Descripción generada automáticamente">
            <a:extLst>
              <a:ext uri="{FF2B5EF4-FFF2-40B4-BE49-F238E27FC236}">
                <a16:creationId xmlns:a16="http://schemas.microsoft.com/office/drawing/2014/main" id="{E09C3775-9B5D-3314-901F-5FA9015C5F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" y="48126"/>
            <a:ext cx="1440000" cy="682100"/>
          </a:xfrm>
          <a:prstGeom prst="rect">
            <a:avLst/>
          </a:prstGeom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DECC4D5-68D3-FBAA-4F71-B447259A3028}"/>
              </a:ext>
            </a:extLst>
          </p:cNvPr>
          <p:cNvCxnSpPr>
            <a:cxnSpLocks/>
          </p:cNvCxnSpPr>
          <p:nvPr userDrawn="1"/>
        </p:nvCxnSpPr>
        <p:spPr>
          <a:xfrm>
            <a:off x="8780237" y="-17105"/>
            <a:ext cx="0" cy="6912000"/>
          </a:xfrm>
          <a:prstGeom prst="line">
            <a:avLst/>
          </a:prstGeom>
          <a:ln w="38100">
            <a:solidFill>
              <a:srgbClr val="FDC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7F0D175-44D9-EF05-95F6-04307C9D0339}"/>
              </a:ext>
            </a:extLst>
          </p:cNvPr>
          <p:cNvCxnSpPr>
            <a:cxnSpLocks/>
          </p:cNvCxnSpPr>
          <p:nvPr userDrawn="1"/>
        </p:nvCxnSpPr>
        <p:spPr>
          <a:xfrm>
            <a:off x="8706710" y="-17105"/>
            <a:ext cx="0" cy="6912000"/>
          </a:xfrm>
          <a:prstGeom prst="line">
            <a:avLst/>
          </a:prstGeom>
          <a:ln w="38100">
            <a:solidFill>
              <a:srgbClr val="FDC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7775A754-EFDD-05F3-315F-50E3CCE2C4FD}"/>
              </a:ext>
            </a:extLst>
          </p:cNvPr>
          <p:cNvCxnSpPr>
            <a:cxnSpLocks/>
          </p:cNvCxnSpPr>
          <p:nvPr userDrawn="1"/>
        </p:nvCxnSpPr>
        <p:spPr>
          <a:xfrm>
            <a:off x="8841187" y="-17105"/>
            <a:ext cx="0" cy="6912000"/>
          </a:xfrm>
          <a:prstGeom prst="line">
            <a:avLst/>
          </a:prstGeom>
          <a:ln w="6350">
            <a:solidFill>
              <a:srgbClr val="FDC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B64987E-3FB7-6882-DD99-BC94612ABCA2}"/>
              </a:ext>
            </a:extLst>
          </p:cNvPr>
          <p:cNvSpPr txBox="1"/>
          <p:nvPr userDrawn="1"/>
        </p:nvSpPr>
        <p:spPr>
          <a:xfrm>
            <a:off x="8855242" y="288759"/>
            <a:ext cx="32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>
                <a:solidFill>
                  <a:schemeClr val="bg2"/>
                </a:solidFill>
              </a:rPr>
              <a:t>Recopilación inicial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731EAA2-1A2E-5881-9BBA-D445C6F8B3B7}"/>
              </a:ext>
            </a:extLst>
          </p:cNvPr>
          <p:cNvSpPr txBox="1"/>
          <p:nvPr userDrawn="1"/>
        </p:nvSpPr>
        <p:spPr>
          <a:xfrm>
            <a:off x="8855242" y="750424"/>
            <a:ext cx="32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solidFill>
                  <a:schemeClr val="bg2"/>
                </a:solidFill>
              </a:rPr>
              <a:t>MANUAL DE PUESTO</a:t>
            </a:r>
          </a:p>
        </p:txBody>
      </p:sp>
    </p:spTree>
    <p:extLst>
      <p:ext uri="{BB962C8B-B14F-4D97-AF65-F5344CB8AC3E}">
        <p14:creationId xmlns:p14="http://schemas.microsoft.com/office/powerpoint/2010/main" val="2939508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53290D9-9BE0-4795-6F05-1A73F7FB8D59}"/>
              </a:ext>
            </a:extLst>
          </p:cNvPr>
          <p:cNvSpPr/>
          <p:nvPr userDrawn="1"/>
        </p:nvSpPr>
        <p:spPr>
          <a:xfrm flipH="1">
            <a:off x="-1" y="0"/>
            <a:ext cx="818137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41D1B72-C64B-8807-2846-E4FA9008C478}"/>
              </a:ext>
            </a:extLst>
          </p:cNvPr>
          <p:cNvCxnSpPr>
            <a:cxnSpLocks/>
          </p:cNvCxnSpPr>
          <p:nvPr userDrawn="1"/>
        </p:nvCxnSpPr>
        <p:spPr>
          <a:xfrm flipH="1">
            <a:off x="786237" y="-27000"/>
            <a:ext cx="0" cy="6912000"/>
          </a:xfrm>
          <a:prstGeom prst="line">
            <a:avLst/>
          </a:prstGeom>
          <a:ln w="76200">
            <a:solidFill>
              <a:srgbClr val="FDC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8225E34-A078-BA01-95A6-3314A9873CF5}"/>
              </a:ext>
            </a:extLst>
          </p:cNvPr>
          <p:cNvCxnSpPr>
            <a:cxnSpLocks/>
          </p:cNvCxnSpPr>
          <p:nvPr userDrawn="1"/>
        </p:nvCxnSpPr>
        <p:spPr>
          <a:xfrm flipH="1">
            <a:off x="868543" y="-27000"/>
            <a:ext cx="0" cy="6912000"/>
          </a:xfrm>
          <a:prstGeom prst="line">
            <a:avLst/>
          </a:prstGeom>
          <a:ln w="38100">
            <a:solidFill>
              <a:srgbClr val="FDC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C7F8C8B-679D-3F97-E718-99EB7FDB3780}"/>
              </a:ext>
            </a:extLst>
          </p:cNvPr>
          <p:cNvCxnSpPr>
            <a:cxnSpLocks/>
          </p:cNvCxnSpPr>
          <p:nvPr userDrawn="1"/>
        </p:nvCxnSpPr>
        <p:spPr>
          <a:xfrm flipH="1">
            <a:off x="918951" y="-27000"/>
            <a:ext cx="0" cy="6912000"/>
          </a:xfrm>
          <a:prstGeom prst="line">
            <a:avLst/>
          </a:prstGeom>
          <a:ln w="6350">
            <a:solidFill>
              <a:srgbClr val="FDC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FF0D6D9-0242-0AF8-5ED7-3D2DD602F115}"/>
              </a:ext>
            </a:extLst>
          </p:cNvPr>
          <p:cNvSpPr txBox="1"/>
          <p:nvPr userDrawn="1"/>
        </p:nvSpPr>
        <p:spPr>
          <a:xfrm rot="16200000">
            <a:off x="-1275305" y="2817064"/>
            <a:ext cx="3288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>
                <a:solidFill>
                  <a:schemeClr val="bg2"/>
                </a:solidFill>
              </a:rPr>
              <a:t>íNDICE</a:t>
            </a:r>
          </a:p>
        </p:txBody>
      </p:sp>
      <p:pic>
        <p:nvPicPr>
          <p:cNvPr id="16" name="Imagen 15" descr="Texto, Logotipo&#10;&#10;Descripción generada automáticamente">
            <a:extLst>
              <a:ext uri="{FF2B5EF4-FFF2-40B4-BE49-F238E27FC236}">
                <a16:creationId xmlns:a16="http://schemas.microsoft.com/office/drawing/2014/main" id="{65EAC22A-1E36-3C77-0689-08971F91F5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299" y="95250"/>
            <a:ext cx="1440000" cy="68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2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53290D9-9BE0-4795-6F05-1A73F7FB8D59}"/>
              </a:ext>
            </a:extLst>
          </p:cNvPr>
          <p:cNvSpPr/>
          <p:nvPr userDrawn="1"/>
        </p:nvSpPr>
        <p:spPr>
          <a:xfrm flipH="1">
            <a:off x="-1" y="0"/>
            <a:ext cx="818137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41D1B72-C64B-8807-2846-E4FA9008C478}"/>
              </a:ext>
            </a:extLst>
          </p:cNvPr>
          <p:cNvCxnSpPr>
            <a:cxnSpLocks/>
          </p:cNvCxnSpPr>
          <p:nvPr userDrawn="1"/>
        </p:nvCxnSpPr>
        <p:spPr>
          <a:xfrm flipH="1">
            <a:off x="786237" y="-27000"/>
            <a:ext cx="0" cy="6912000"/>
          </a:xfrm>
          <a:prstGeom prst="line">
            <a:avLst/>
          </a:prstGeom>
          <a:ln w="76200">
            <a:solidFill>
              <a:srgbClr val="FDC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8225E34-A078-BA01-95A6-3314A9873CF5}"/>
              </a:ext>
            </a:extLst>
          </p:cNvPr>
          <p:cNvCxnSpPr>
            <a:cxnSpLocks/>
          </p:cNvCxnSpPr>
          <p:nvPr userDrawn="1"/>
        </p:nvCxnSpPr>
        <p:spPr>
          <a:xfrm flipH="1">
            <a:off x="868543" y="-27000"/>
            <a:ext cx="0" cy="6912000"/>
          </a:xfrm>
          <a:prstGeom prst="line">
            <a:avLst/>
          </a:prstGeom>
          <a:ln w="38100">
            <a:solidFill>
              <a:srgbClr val="FDC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C7F8C8B-679D-3F97-E718-99EB7FDB3780}"/>
              </a:ext>
            </a:extLst>
          </p:cNvPr>
          <p:cNvCxnSpPr>
            <a:cxnSpLocks/>
          </p:cNvCxnSpPr>
          <p:nvPr userDrawn="1"/>
        </p:nvCxnSpPr>
        <p:spPr>
          <a:xfrm flipH="1">
            <a:off x="918951" y="-27000"/>
            <a:ext cx="0" cy="6912000"/>
          </a:xfrm>
          <a:prstGeom prst="line">
            <a:avLst/>
          </a:prstGeom>
          <a:ln w="6350">
            <a:solidFill>
              <a:srgbClr val="FDC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agen 15" descr="Texto, Logotipo&#10;&#10;Descripción generada automáticamente">
            <a:extLst>
              <a:ext uri="{FF2B5EF4-FFF2-40B4-BE49-F238E27FC236}">
                <a16:creationId xmlns:a16="http://schemas.microsoft.com/office/drawing/2014/main" id="{65EAC22A-1E36-3C77-0689-08971F91F5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299" y="95250"/>
            <a:ext cx="1440000" cy="68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6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43A900-68D0-8FD8-2083-F081BBE1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8846DD-7E95-6F0E-F5B6-05E53B85E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427C7D-1350-D1EE-A5C1-F0493EAB8E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59ED7-455D-480C-8842-F8D84F924491}" type="datetimeFigureOut">
              <a:rPr lang="es-MX" smtClean="0"/>
              <a:t>02/02/2024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F7223A-E839-CC77-41C6-596131CE1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0102A8-D416-F125-99FC-690245895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DE23B-B52D-44D4-8962-C6A71EC964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99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adroTexto 34">
            <a:extLst>
              <a:ext uri="{FF2B5EF4-FFF2-40B4-BE49-F238E27FC236}">
                <a16:creationId xmlns:a16="http://schemas.microsoft.com/office/drawing/2014/main" id="{6EDCF053-F18D-BD2E-33DD-E1E5AAB2EAF0}"/>
              </a:ext>
            </a:extLst>
          </p:cNvPr>
          <p:cNvSpPr txBox="1"/>
          <p:nvPr/>
        </p:nvSpPr>
        <p:spPr>
          <a:xfrm>
            <a:off x="8903368" y="3429000"/>
            <a:ext cx="3288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solidFill>
                  <a:srgbClr val="FDCF22"/>
                </a:solidFill>
              </a:rPr>
              <a:t>DESARROLLADOR FULL STACK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8A9E351-7FEC-C387-F461-AE53C87E945B}"/>
              </a:ext>
            </a:extLst>
          </p:cNvPr>
          <p:cNvSpPr txBox="1"/>
          <p:nvPr/>
        </p:nvSpPr>
        <p:spPr>
          <a:xfrm>
            <a:off x="8903368" y="5843337"/>
            <a:ext cx="3288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solidFill>
                  <a:schemeClr val="bg2"/>
                </a:solidFill>
              </a:rPr>
              <a:t>TECNOLOGIA E INNOVACION</a:t>
            </a:r>
          </a:p>
        </p:txBody>
      </p:sp>
    </p:spTree>
    <p:extLst>
      <p:ext uri="{BB962C8B-B14F-4D97-AF65-F5344CB8AC3E}">
        <p14:creationId xmlns:p14="http://schemas.microsoft.com/office/powerpoint/2010/main" val="3916759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4B7DD2-FC83-F178-453E-18C3F17CD19E}"/>
              </a:ext>
            </a:extLst>
          </p:cNvPr>
          <p:cNvSpPr txBox="1"/>
          <p:nvPr/>
        </p:nvSpPr>
        <p:spPr>
          <a:xfrm>
            <a:off x="1422739" y="1065327"/>
            <a:ext cx="9039074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FDCF22"/>
                </a:solidFill>
              </a:rPr>
              <a:t>DESARROLLADOR FULL STACK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220A7EF-CC09-12ED-50BB-850707335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72825"/>
              </p:ext>
            </p:extLst>
          </p:nvPr>
        </p:nvGraphicFramePr>
        <p:xfrm>
          <a:off x="1422739" y="1818521"/>
          <a:ext cx="9039074" cy="44880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6736">
                  <a:extLst>
                    <a:ext uri="{9D8B030D-6E8A-4147-A177-3AD203B41FA5}">
                      <a16:colId xmlns:a16="http://schemas.microsoft.com/office/drawing/2014/main" val="568035974"/>
                    </a:ext>
                  </a:extLst>
                </a:gridCol>
                <a:gridCol w="4895603">
                  <a:extLst>
                    <a:ext uri="{9D8B030D-6E8A-4147-A177-3AD203B41FA5}">
                      <a16:colId xmlns:a16="http://schemas.microsoft.com/office/drawing/2014/main" val="3110424039"/>
                    </a:ext>
                  </a:extLst>
                </a:gridCol>
                <a:gridCol w="2496735">
                  <a:extLst>
                    <a:ext uri="{9D8B030D-6E8A-4147-A177-3AD203B41FA5}">
                      <a16:colId xmlns:a16="http://schemas.microsoft.com/office/drawing/2014/main" val="493020878"/>
                    </a:ext>
                  </a:extLst>
                </a:gridCol>
              </a:tblGrid>
              <a:tr h="20559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Ponderación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Actividad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Indicador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100615"/>
                  </a:ext>
                </a:extLst>
              </a:tr>
              <a:tr h="180713">
                <a:tc>
                  <a:txBody>
                    <a:bodyPr/>
                    <a:lstStyle/>
                    <a:p>
                      <a:pPr algn="ctr">
                        <a:spcBef>
                          <a:spcPts val="40"/>
                        </a:spcBef>
                      </a:pPr>
                      <a:r>
                        <a:rPr lang="es-ES" sz="1400" b="0" dirty="0">
                          <a:effectLst/>
                          <a:latin typeface="Arial"/>
                          <a:ea typeface="Arial MT"/>
                          <a:cs typeface="Arial MT"/>
                        </a:rPr>
                        <a:t> </a:t>
                      </a:r>
                      <a:r>
                        <a:rPr lang="es-MX" sz="1400" b="0" dirty="0">
                          <a:effectLst/>
                          <a:latin typeface="Arial"/>
                          <a:ea typeface="Arial MT"/>
                          <a:cs typeface="Arial MT"/>
                        </a:rPr>
                        <a:t>15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análisis de requerimientos de sistemas</a:t>
                      </a:r>
                      <a:endParaRPr lang="es-MX" sz="1400" b="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% de requerimientos analizados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836297"/>
                  </a:ext>
                </a:extLst>
              </a:tr>
              <a:tr h="180713">
                <a:tc>
                  <a:txBody>
                    <a:bodyPr/>
                    <a:lstStyle/>
                    <a:p>
                      <a:pPr marL="76200" marR="64135" algn="ctr">
                        <a:spcBef>
                          <a:spcPts val="540"/>
                        </a:spcBef>
                        <a:spcAft>
                          <a:spcPts val="0"/>
                        </a:spcAft>
                      </a:pPr>
                      <a:r>
                        <a:rPr lang="es-ES" sz="1400" b="0" dirty="0">
                          <a:effectLst/>
                          <a:latin typeface="Arial"/>
                          <a:ea typeface="Arial MT"/>
                          <a:cs typeface="Arial MT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Actualizar documentación de sistemas</a:t>
                      </a:r>
                      <a:endParaRPr lang="es-MX" sz="1400" b="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% de requerimientos documentados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775014"/>
                  </a:ext>
                </a:extLst>
              </a:tr>
              <a:tr h="180713">
                <a:tc>
                  <a:txBody>
                    <a:bodyPr/>
                    <a:lstStyle/>
                    <a:p>
                      <a:pPr algn="ctr">
                        <a:spcBef>
                          <a:spcPts val="20"/>
                        </a:spcBef>
                      </a:pPr>
                      <a:r>
                        <a:rPr lang="es-ES" sz="1400" b="0" dirty="0">
                          <a:effectLst/>
                          <a:latin typeface="Arial"/>
                          <a:ea typeface="Arial MT"/>
                          <a:cs typeface="Arial MT"/>
                        </a:rPr>
                        <a:t>50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Desarrollar los componentes de software necesarios para satisfacer los requerimientos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% de componentes desarrollados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513065"/>
                  </a:ext>
                </a:extLst>
              </a:tr>
              <a:tr h="180713">
                <a:tc>
                  <a:txBody>
                    <a:bodyPr/>
                    <a:lstStyle/>
                    <a:p>
                      <a:pPr algn="ctr">
                        <a:spcBef>
                          <a:spcPts val="20"/>
                        </a:spcBef>
                      </a:pPr>
                      <a:r>
                        <a:rPr lang="es-ES" sz="1400" b="0" dirty="0">
                          <a:effectLst/>
                          <a:latin typeface="Arial"/>
                          <a:ea typeface="Arial MT"/>
                          <a:cs typeface="Arial MT"/>
                        </a:rPr>
                        <a:t> 5</a:t>
                      </a:r>
                      <a:endParaRPr lang="es-MX" sz="1400" b="0" dirty="0">
                        <a:effectLst/>
                        <a:latin typeface="Arial"/>
                        <a:ea typeface="Arial MT"/>
                        <a:cs typeface="Arial MT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0" dirty="0"/>
                        <a:t>Actualizar el código en los repositorios</a:t>
                      </a:r>
                      <a:endParaRPr lang="es-MX" sz="1400" b="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% de código actualizado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576804"/>
                  </a:ext>
                </a:extLst>
              </a:tr>
              <a:tr h="354264">
                <a:tc>
                  <a:txBody>
                    <a:bodyPr/>
                    <a:lstStyle/>
                    <a:p>
                      <a:pPr marL="76200" marR="6413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MX" sz="1400" b="0" dirty="0">
                          <a:effectLst/>
                          <a:latin typeface="Arial"/>
                          <a:ea typeface="Arial MT"/>
                          <a:cs typeface="Arial MT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Mantener los ambientes de desarrollo actualizados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% ambientes de desarrollo actualizados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640367"/>
                  </a:ext>
                </a:extLst>
              </a:tr>
              <a:tr h="354264">
                <a:tc>
                  <a:txBody>
                    <a:bodyPr/>
                    <a:lstStyle/>
                    <a:p>
                      <a:pPr marL="76200" lvl="0" algn="ctr"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effectLst/>
                          <a:latin typeface="Arial"/>
                          <a:ea typeface="Arial MT"/>
                          <a:cs typeface="Arial MT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MX" sz="1400" b="0" dirty="0"/>
                        <a:t>Participar en las sesiones 1 a 1 para identificar puntos fuertes y áreas de oportunidad para definir acciones de mejora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MX" sz="1400" b="0" dirty="0"/>
                        <a:t>% sesiones realizadas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7308"/>
                  </a:ext>
                </a:extLst>
              </a:tr>
              <a:tr h="354263">
                <a:tc rowSpan="3">
                  <a:txBody>
                    <a:bodyPr/>
                    <a:lstStyle/>
                    <a:p>
                      <a:pPr marL="76200" lvl="0" algn="ctr"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effectLst/>
                          <a:latin typeface="Arial"/>
                          <a:ea typeface="Arial MT"/>
                          <a:cs typeface="Arial MT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MX" sz="1400" b="0" i="0" u="none" strike="noStrike" noProof="0" dirty="0">
                          <a:latin typeface="Aptos"/>
                        </a:rPr>
                        <a:t>Participar en las juntas diarias y semanales de </a:t>
                      </a:r>
                      <a:r>
                        <a:rPr lang="es-MX" sz="1400" b="0" i="0" u="none" strike="noStrike" noProof="0" dirty="0" err="1">
                          <a:latin typeface="Aptos"/>
                        </a:rPr>
                        <a:t>Scaling</a:t>
                      </a:r>
                      <a:r>
                        <a:rPr lang="es-MX" sz="1400" b="0" i="0" u="none" strike="noStrike" noProof="0" dirty="0">
                          <a:latin typeface="Aptos"/>
                        </a:rPr>
                        <a:t>-Up</a:t>
                      </a:r>
                      <a:endParaRPr lang="es-MX" sz="14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MX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% Cumplimiento de sesiones</a:t>
                      </a:r>
                      <a:endParaRPr lang="es-MX" sz="14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59936"/>
                  </a:ext>
                </a:extLst>
              </a:tr>
              <a:tr h="354263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MX" sz="1400" b="0" i="0" u="none" strike="noStrike" noProof="0" dirty="0">
                          <a:latin typeface="Aptos"/>
                        </a:rPr>
                        <a:t>Cumplir con estándar 5s.</a:t>
                      </a:r>
                      <a:endParaRPr lang="es-MX" sz="14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MX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% cumplimiento 5s</a:t>
                      </a:r>
                      <a:endParaRPr lang="es-MX" sz="14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885118"/>
                  </a:ext>
                </a:extLst>
              </a:tr>
              <a:tr h="354263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MX" sz="1400" b="0" i="0" u="none" strike="noStrike" noProof="0" dirty="0">
                          <a:latin typeface="Aptos"/>
                        </a:rPr>
                        <a:t>Participar en la ejecución y cierre de las acciones correctivas del área.</a:t>
                      </a:r>
                      <a:endParaRPr lang="es-MX" sz="14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% acciones correctivas cerradas y vencidas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360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7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DA640E4-03DE-8CD9-2FEE-C77F79982A87}"/>
              </a:ext>
            </a:extLst>
          </p:cNvPr>
          <p:cNvSpPr txBox="1"/>
          <p:nvPr/>
        </p:nvSpPr>
        <p:spPr>
          <a:xfrm rot="16200000">
            <a:off x="-2795519" y="3154399"/>
            <a:ext cx="63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DCF22"/>
                </a:solidFill>
              </a:rPr>
              <a:t>DESARROLLADOR FULL STACK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02FB62-6F72-7734-439A-6564C509E714}"/>
              </a:ext>
            </a:extLst>
          </p:cNvPr>
          <p:cNvSpPr txBox="1"/>
          <p:nvPr/>
        </p:nvSpPr>
        <p:spPr>
          <a:xfrm>
            <a:off x="1477107" y="483364"/>
            <a:ext cx="8903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FDCF22"/>
                </a:solidFill>
              </a:rPr>
              <a:t>ACTIVIDAD: </a:t>
            </a:r>
            <a:r>
              <a:rPr lang="es-ES" sz="24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Realizar análisis de requerimientos de sistemas.</a:t>
            </a:r>
            <a:endParaRPr lang="es-MX" sz="2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3A2E2F8-C300-0789-926C-787C22BD8A40}"/>
              </a:ext>
            </a:extLst>
          </p:cNvPr>
          <p:cNvSpPr txBox="1"/>
          <p:nvPr/>
        </p:nvSpPr>
        <p:spPr>
          <a:xfrm>
            <a:off x="1477107" y="1106612"/>
            <a:ext cx="1007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Situación: </a:t>
            </a:r>
            <a:r>
              <a:rPr lang="es-MX" dirty="0"/>
              <a:t>Como parte de la operación, o como parte de la estrategia, recibimos una solicitud de un nuevo desarrollo de software para TLEA.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66BB6E6-6F1F-1463-BCC9-F001214CF6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0909020"/>
              </p:ext>
            </p:extLst>
          </p:nvPr>
        </p:nvGraphicFramePr>
        <p:xfrm>
          <a:off x="1765495" y="1914526"/>
          <a:ext cx="9495692" cy="4469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41753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DA640E4-03DE-8CD9-2FEE-C77F79982A87}"/>
              </a:ext>
            </a:extLst>
          </p:cNvPr>
          <p:cNvSpPr txBox="1"/>
          <p:nvPr/>
        </p:nvSpPr>
        <p:spPr>
          <a:xfrm rot="16200000">
            <a:off x="-2795519" y="3154399"/>
            <a:ext cx="63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DCF22"/>
                </a:solidFill>
              </a:rPr>
              <a:t>DESARROLLADOR FULL STACK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02FB62-6F72-7734-439A-6564C509E714}"/>
              </a:ext>
            </a:extLst>
          </p:cNvPr>
          <p:cNvSpPr txBox="1"/>
          <p:nvPr/>
        </p:nvSpPr>
        <p:spPr>
          <a:xfrm>
            <a:off x="1477107" y="457807"/>
            <a:ext cx="7926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FDCF22"/>
                </a:solidFill>
              </a:rPr>
              <a:t>ACTIVIDAD: </a:t>
            </a:r>
            <a:r>
              <a:rPr lang="es-ES" sz="24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Actualizar documentación de sistemas.</a:t>
            </a:r>
            <a:endParaRPr lang="es-MX" sz="2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3A2E2F8-C300-0789-926C-787C22BD8A40}"/>
              </a:ext>
            </a:extLst>
          </p:cNvPr>
          <p:cNvSpPr txBox="1"/>
          <p:nvPr/>
        </p:nvSpPr>
        <p:spPr>
          <a:xfrm>
            <a:off x="1477107" y="1035713"/>
            <a:ext cx="1007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Situación: </a:t>
            </a:r>
            <a:r>
              <a:rPr lang="es-MX" dirty="0"/>
              <a:t>Finalizamos un análisis o un desarrollo de un componente o nueva funcionalidad de un sistema.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66BB6E6-6F1F-1463-BCC9-F001214CF6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1276074"/>
              </p:ext>
            </p:extLst>
          </p:nvPr>
        </p:nvGraphicFramePr>
        <p:xfrm>
          <a:off x="1765495" y="1914526"/>
          <a:ext cx="9495692" cy="4469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900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DA640E4-03DE-8CD9-2FEE-C77F79982A87}"/>
              </a:ext>
            </a:extLst>
          </p:cNvPr>
          <p:cNvSpPr txBox="1"/>
          <p:nvPr/>
        </p:nvSpPr>
        <p:spPr>
          <a:xfrm rot="16200000">
            <a:off x="-2795519" y="3154399"/>
            <a:ext cx="63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DCF22"/>
                </a:solidFill>
              </a:rPr>
              <a:t>DESARROLLADOR FULL STACK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02FB62-6F72-7734-439A-6564C509E714}"/>
              </a:ext>
            </a:extLst>
          </p:cNvPr>
          <p:cNvSpPr txBox="1"/>
          <p:nvPr/>
        </p:nvSpPr>
        <p:spPr>
          <a:xfrm>
            <a:off x="1477108" y="475508"/>
            <a:ext cx="8590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FDCF22"/>
                </a:solidFill>
              </a:rPr>
              <a:t>ACTIVIDAD: </a:t>
            </a:r>
            <a:r>
              <a:rPr lang="es-ES" sz="24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Actualizar documentación de sistemas.</a:t>
            </a:r>
            <a:endParaRPr lang="es-MX" sz="2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3A2E2F8-C300-0789-926C-787C22BD8A40}"/>
              </a:ext>
            </a:extLst>
          </p:cNvPr>
          <p:cNvSpPr txBox="1"/>
          <p:nvPr/>
        </p:nvSpPr>
        <p:spPr>
          <a:xfrm>
            <a:off x="1477108" y="1035713"/>
            <a:ext cx="9450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Situación: </a:t>
            </a:r>
            <a:r>
              <a:rPr lang="es-MX" dirty="0"/>
              <a:t>Finalizamos un análisis o un desarrollo de un componente o nueva funcionalidad de un sistema.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66D91B-D96C-EA8D-049E-0DED3B18C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685" y="1780584"/>
            <a:ext cx="7845311" cy="470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42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DA640E4-03DE-8CD9-2FEE-C77F79982A87}"/>
              </a:ext>
            </a:extLst>
          </p:cNvPr>
          <p:cNvSpPr txBox="1"/>
          <p:nvPr/>
        </p:nvSpPr>
        <p:spPr>
          <a:xfrm rot="16200000">
            <a:off x="-2795519" y="3154399"/>
            <a:ext cx="63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DCF22"/>
                </a:solidFill>
              </a:rPr>
              <a:t>DESARROLLADOR FULL STACK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02FB62-6F72-7734-439A-6564C509E714}"/>
              </a:ext>
            </a:extLst>
          </p:cNvPr>
          <p:cNvSpPr txBox="1"/>
          <p:nvPr/>
        </p:nvSpPr>
        <p:spPr>
          <a:xfrm>
            <a:off x="1477107" y="226946"/>
            <a:ext cx="8676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FDCF22"/>
                </a:solidFill>
              </a:rPr>
              <a:t>ACTIVIDAD: </a:t>
            </a:r>
            <a:r>
              <a:rPr lang="es-ES" sz="24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Desarrollar los componentes de software necesarios para satisfacer los requerimientos.</a:t>
            </a:r>
            <a:endParaRPr lang="es-MX" sz="2400" b="1" dirty="0">
              <a:solidFill>
                <a:srgbClr val="FDCF22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3A2E2F8-C300-0789-926C-787C22BD8A40}"/>
              </a:ext>
            </a:extLst>
          </p:cNvPr>
          <p:cNvSpPr txBox="1"/>
          <p:nvPr/>
        </p:nvSpPr>
        <p:spPr>
          <a:xfrm>
            <a:off x="1477107" y="1163069"/>
            <a:ext cx="1007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Situación: </a:t>
            </a:r>
            <a:r>
              <a:rPr lang="es-MX" dirty="0"/>
              <a:t>Finalizamos un análisis o un desarrollo de un componente o nueva funcionalidad de un sistema.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66BB6E6-6F1F-1463-BCC9-F001214CF6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2414331"/>
              </p:ext>
            </p:extLst>
          </p:nvPr>
        </p:nvGraphicFramePr>
        <p:xfrm>
          <a:off x="1765495" y="1914526"/>
          <a:ext cx="9495692" cy="4469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6455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DA640E4-03DE-8CD9-2FEE-C77F79982A87}"/>
              </a:ext>
            </a:extLst>
          </p:cNvPr>
          <p:cNvSpPr txBox="1"/>
          <p:nvPr/>
        </p:nvSpPr>
        <p:spPr>
          <a:xfrm rot="16200000">
            <a:off x="-2795519" y="3154399"/>
            <a:ext cx="63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DCF22"/>
                </a:solidFill>
              </a:rPr>
              <a:t>DESARROLLADOR FULL STACK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02FB62-6F72-7734-439A-6564C509E714}"/>
              </a:ext>
            </a:extLst>
          </p:cNvPr>
          <p:cNvSpPr txBox="1"/>
          <p:nvPr/>
        </p:nvSpPr>
        <p:spPr>
          <a:xfrm>
            <a:off x="1477107" y="341566"/>
            <a:ext cx="7971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FDCF22"/>
                </a:solidFill>
              </a:rPr>
              <a:t>ACTIVIDAD: </a:t>
            </a:r>
            <a:r>
              <a:rPr lang="es-ES" sz="24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Actualizar el código en los repositorios.</a:t>
            </a:r>
            <a:endParaRPr lang="es-MX" sz="2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3A2E2F8-C300-0789-926C-787C22BD8A40}"/>
              </a:ext>
            </a:extLst>
          </p:cNvPr>
          <p:cNvSpPr txBox="1"/>
          <p:nvPr/>
        </p:nvSpPr>
        <p:spPr>
          <a:xfrm>
            <a:off x="1477107" y="1035713"/>
            <a:ext cx="1007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Situación: </a:t>
            </a:r>
            <a:r>
              <a:rPr lang="es-MX" dirty="0"/>
              <a:t>Finalizamos un análisis o un desarrollo de un componente o nueva funcionalidad de un sistema, es necesario actualizar los repositorios de código.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66BB6E6-6F1F-1463-BCC9-F001214CF6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6509895"/>
              </p:ext>
            </p:extLst>
          </p:nvPr>
        </p:nvGraphicFramePr>
        <p:xfrm>
          <a:off x="1765495" y="1914526"/>
          <a:ext cx="9495692" cy="4469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4072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DA640E4-03DE-8CD9-2FEE-C77F79982A87}"/>
              </a:ext>
            </a:extLst>
          </p:cNvPr>
          <p:cNvSpPr txBox="1"/>
          <p:nvPr/>
        </p:nvSpPr>
        <p:spPr>
          <a:xfrm rot="16200000">
            <a:off x="-2795519" y="3154399"/>
            <a:ext cx="63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DCF22"/>
                </a:solidFill>
              </a:rPr>
              <a:t>DESARROLLADOR FULL STACK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3A2E2F8-C300-0789-926C-787C22BD8A40}"/>
              </a:ext>
            </a:extLst>
          </p:cNvPr>
          <p:cNvSpPr txBox="1"/>
          <p:nvPr/>
        </p:nvSpPr>
        <p:spPr>
          <a:xfrm>
            <a:off x="1477107" y="1035713"/>
            <a:ext cx="1007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Situación: </a:t>
            </a:r>
            <a:r>
              <a:rPr lang="es-MX" dirty="0"/>
              <a:t>Finalizamos un análisis o un desarrollo de un componente o nueva funcionalidad de un sistema, es necesario actualizar los repositorios de código.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C61B8-75C5-A2DD-8159-D53FE074F589}"/>
              </a:ext>
            </a:extLst>
          </p:cNvPr>
          <p:cNvSpPr txBox="1"/>
          <p:nvPr/>
        </p:nvSpPr>
        <p:spPr>
          <a:xfrm>
            <a:off x="1714501" y="2143126"/>
            <a:ext cx="707757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Verificación de estado del código</a:t>
            </a:r>
          </a:p>
          <a:p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status</a:t>
            </a:r>
          </a:p>
          <a:p>
            <a:endParaRPr lang="es-MX" dirty="0"/>
          </a:p>
          <a:p>
            <a:r>
              <a:rPr lang="es-MX" dirty="0"/>
              <a:t>Actualización del repositorio local:</a:t>
            </a:r>
          </a:p>
          <a:p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pull</a:t>
            </a:r>
            <a:endParaRPr lang="es-MX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MX" dirty="0"/>
          </a:p>
          <a:p>
            <a:r>
              <a:rPr lang="es-MX" dirty="0"/>
              <a:t>Seleccionar (agregar)  código para la actualización</a:t>
            </a:r>
          </a:p>
          <a:p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</a:p>
          <a:p>
            <a:endParaRPr lang="es-MX" dirty="0"/>
          </a:p>
          <a:p>
            <a:r>
              <a:rPr lang="es-MX" dirty="0"/>
              <a:t>Registrar las modificaciones en el repositorio local</a:t>
            </a:r>
          </a:p>
          <a:p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–m “comentario sobre la actualización”</a:t>
            </a:r>
          </a:p>
          <a:p>
            <a:endParaRPr lang="es-MX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MX" dirty="0"/>
              <a:t>Actualizar el repositorio remoto</a:t>
            </a:r>
          </a:p>
          <a:p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endParaRPr lang="es-MX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uadroTexto 4">
            <a:extLst>
              <a:ext uri="{FF2B5EF4-FFF2-40B4-BE49-F238E27FC236}">
                <a16:creationId xmlns:a16="http://schemas.microsoft.com/office/drawing/2014/main" id="{8E8324D8-91F2-D569-C3DD-4C7AADDE9C6D}"/>
              </a:ext>
            </a:extLst>
          </p:cNvPr>
          <p:cNvSpPr txBox="1"/>
          <p:nvPr/>
        </p:nvSpPr>
        <p:spPr>
          <a:xfrm>
            <a:off x="1477107" y="341566"/>
            <a:ext cx="7971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FDCF22"/>
                </a:solidFill>
              </a:rPr>
              <a:t>ACTIVIDAD: </a:t>
            </a:r>
            <a:r>
              <a:rPr lang="es-ES" sz="24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Actualizar el código en los repositorios.</a:t>
            </a:r>
            <a:endParaRPr lang="es-MX" sz="2400" b="1" dirty="0"/>
          </a:p>
        </p:txBody>
      </p:sp>
    </p:spTree>
    <p:extLst>
      <p:ext uri="{BB962C8B-B14F-4D97-AF65-F5344CB8AC3E}">
        <p14:creationId xmlns:p14="http://schemas.microsoft.com/office/powerpoint/2010/main" val="2301743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DA640E4-03DE-8CD9-2FEE-C77F79982A87}"/>
              </a:ext>
            </a:extLst>
          </p:cNvPr>
          <p:cNvSpPr txBox="1"/>
          <p:nvPr/>
        </p:nvSpPr>
        <p:spPr>
          <a:xfrm rot="16200000">
            <a:off x="-2795519" y="3154399"/>
            <a:ext cx="63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solidFill>
                  <a:srgbClr val="FDCF22"/>
                </a:solidFill>
              </a:rPr>
              <a:t>DESARROLLADOR FULL STACK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02FB62-6F72-7734-439A-6564C509E714}"/>
              </a:ext>
            </a:extLst>
          </p:cNvPr>
          <p:cNvSpPr txBox="1"/>
          <p:nvPr/>
        </p:nvSpPr>
        <p:spPr>
          <a:xfrm>
            <a:off x="1477107" y="341566"/>
            <a:ext cx="9083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FDCF22"/>
                </a:solidFill>
              </a:rPr>
              <a:t>ACTIVIDAD: </a:t>
            </a:r>
            <a:r>
              <a:rPr lang="es-ES" sz="24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Mantener los ambientes de desarrollo actualizados.</a:t>
            </a:r>
            <a:endParaRPr lang="es-MX" sz="24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3A2E2F8-C300-0789-926C-787C22BD8A40}"/>
              </a:ext>
            </a:extLst>
          </p:cNvPr>
          <p:cNvSpPr txBox="1"/>
          <p:nvPr/>
        </p:nvSpPr>
        <p:spPr>
          <a:xfrm>
            <a:off x="1477107" y="1035713"/>
            <a:ext cx="1007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Situación: </a:t>
            </a:r>
            <a:r>
              <a:rPr lang="es-MX" dirty="0"/>
              <a:t>Finalizamos un análisis o un desarrollo de un componente o nueva funcionalidad de un sistema, y es necesario actualizar los ambientes de desarrollo.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66BB6E6-6F1F-1463-BCC9-F001214CF6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1872995"/>
              </p:ext>
            </p:extLst>
          </p:nvPr>
        </p:nvGraphicFramePr>
        <p:xfrm>
          <a:off x="1765495" y="1914526"/>
          <a:ext cx="9495692" cy="4469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2039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9BA1BC55F2DEA478A18F4B076CC0623" ma:contentTypeVersion="14" ma:contentTypeDescription="Crear nuevo documento." ma:contentTypeScope="" ma:versionID="2018238467525742685c6e397721e3df">
  <xsd:schema xmlns:xsd="http://www.w3.org/2001/XMLSchema" xmlns:xs="http://www.w3.org/2001/XMLSchema" xmlns:p="http://schemas.microsoft.com/office/2006/metadata/properties" xmlns:ns3="8a1bda38-91eb-4ab6-872b-11d38ebf6763" xmlns:ns4="7ccaf2eb-94d7-4d40-8a23-d69194690eb6" targetNamespace="http://schemas.microsoft.com/office/2006/metadata/properties" ma:root="true" ma:fieldsID="361ce4781c3efa04b2a87c4d6fc54af6" ns3:_="" ns4:_="">
    <xsd:import namespace="8a1bda38-91eb-4ab6-872b-11d38ebf6763"/>
    <xsd:import namespace="7ccaf2eb-94d7-4d40-8a23-d69194690e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bda38-91eb-4ab6-872b-11d38ebf67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caf2eb-94d7-4d40-8a23-d69194690eb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1bda38-91eb-4ab6-872b-11d38ebf6763" xsi:nil="true"/>
  </documentManagement>
</p:properties>
</file>

<file path=customXml/itemProps1.xml><?xml version="1.0" encoding="utf-8"?>
<ds:datastoreItem xmlns:ds="http://schemas.openxmlformats.org/officeDocument/2006/customXml" ds:itemID="{75F9E110-035A-4DAB-8921-373E177667A7}">
  <ds:schemaRefs>
    <ds:schemaRef ds:uri="7ccaf2eb-94d7-4d40-8a23-d69194690eb6"/>
    <ds:schemaRef ds:uri="8a1bda38-91eb-4ab6-872b-11d38ebf676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B474A47-0B9E-43A3-8B47-CFDFF332B8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2923B9-B0DF-4699-91E7-99072277B952}">
  <ds:schemaRefs>
    <ds:schemaRef ds:uri="8a1bda38-91eb-4ab6-872b-11d38ebf6763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7ccaf2eb-94d7-4d40-8a23-d69194690eb6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1270</Words>
  <Application>Microsoft Office PowerPoint</Application>
  <PresentationFormat>Widescreen</PresentationFormat>
  <Paragraphs>147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ALEJANDRA GARCIA IBARRA</dc:creator>
  <cp:lastModifiedBy>ROGER FRANCISCO CASTILLO CORTAZAR</cp:lastModifiedBy>
  <cp:revision>61</cp:revision>
  <dcterms:created xsi:type="dcterms:W3CDTF">2023-12-18T17:05:05Z</dcterms:created>
  <dcterms:modified xsi:type="dcterms:W3CDTF">2024-02-02T19:32:15Z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0x010100E9BA1BC55F2DEA478A18F4B076CC0623</vt:lpwstr>
  </property>
</Properties>
</file>